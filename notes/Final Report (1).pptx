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png" ContentType="image/png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7569200" cy="10699750"/>
  <p:notesSz cx="75692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816984" y="9724135"/>
            <a:ext cx="23241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21.xml"/><Relationship Id="rId14" Type="http://schemas.openxmlformats.org/officeDocument/2006/relationships/slide" Target="slide2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php.net/manual/en/" TargetMode="External"/><Relationship Id="rId3" Type="http://schemas.openxmlformats.org/officeDocument/2006/relationships/hyperlink" Target="https://getbootstrap.com/docs/" TargetMode="External"/><Relationship Id="rId4" Type="http://schemas.openxmlformats.org/officeDocument/2006/relationships/hyperlink" Target="https://api.jquery.com/" TargetMode="External"/><Relationship Id="rId5" Type="http://schemas.openxmlformats.org/officeDocument/2006/relationships/hyperlink" Target="https://stackoverflow.com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87042" y="982725"/>
            <a:ext cx="3815079" cy="2501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4769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  <a:p>
            <a:pPr algn="ctr" marL="1131570" marR="1059815">
              <a:lnSpc>
                <a:spcPct val="190700"/>
              </a:lnSpc>
              <a:spcBef>
                <a:spcPts val="15"/>
              </a:spcBef>
            </a:pPr>
            <a:r>
              <a:rPr dirty="0" sz="1400" b="1">
                <a:latin typeface="Times New Roman"/>
                <a:cs typeface="Times New Roman"/>
              </a:rPr>
              <a:t>PROJECT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REPORT </a:t>
            </a:r>
            <a:r>
              <a:rPr dirty="0" sz="1400" spc="-25" b="1">
                <a:latin typeface="Times New Roman"/>
                <a:cs typeface="Times New Roman"/>
              </a:rPr>
              <a:t>ON</a:t>
            </a:r>
            <a:endParaRPr sz="1400">
              <a:latin typeface="Times New Roman"/>
              <a:cs typeface="Times New Roman"/>
            </a:endParaRPr>
          </a:p>
          <a:p>
            <a:pPr marL="850900">
              <a:lnSpc>
                <a:spcPct val="100000"/>
              </a:lnSpc>
              <a:spcBef>
                <a:spcPts val="1550"/>
              </a:spcBef>
            </a:pPr>
            <a:r>
              <a:rPr dirty="0" sz="1400" b="1">
                <a:latin typeface="Courier New"/>
                <a:cs typeface="Courier New"/>
              </a:rPr>
              <a:t>“</a:t>
            </a:r>
            <a:r>
              <a:rPr dirty="0" sz="1400" b="1">
                <a:latin typeface="Times New Roman"/>
                <a:cs typeface="Times New Roman"/>
              </a:rPr>
              <a:t>Online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Attendance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System</a:t>
            </a:r>
            <a:r>
              <a:rPr dirty="0" sz="1400" spc="-10" b="1">
                <a:latin typeface="Courier New"/>
                <a:cs typeface="Courier New"/>
              </a:rPr>
              <a:t>”</a:t>
            </a:r>
            <a:endParaRPr sz="1400">
              <a:latin typeface="Courier New"/>
              <a:cs typeface="Courier New"/>
            </a:endParaRPr>
          </a:p>
          <a:p>
            <a:pPr algn="ctr" marL="12065" marR="5080">
              <a:lnSpc>
                <a:spcPct val="144000"/>
              </a:lnSpc>
              <a:spcBef>
                <a:spcPts val="905"/>
              </a:spcBef>
            </a:pPr>
            <a:r>
              <a:rPr dirty="0" sz="1400" b="1">
                <a:latin typeface="Times New Roman"/>
                <a:cs typeface="Times New Roman"/>
              </a:rPr>
              <a:t>Submitted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partial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fulfillment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Degree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Bachelor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Engineering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Computer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awarded </a:t>
            </a:r>
            <a:r>
              <a:rPr dirty="0" sz="1400" b="1">
                <a:latin typeface="Times New Roman"/>
                <a:cs typeface="Times New Roman"/>
              </a:rPr>
              <a:t>by</a:t>
            </a:r>
            <a:r>
              <a:rPr dirty="0" sz="1400" spc="459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Pokhara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University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1051" y="5130164"/>
            <a:ext cx="2092325" cy="2578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48895">
              <a:lnSpc>
                <a:spcPct val="100000"/>
              </a:lnSpc>
              <a:spcBef>
                <a:spcPts val="105"/>
              </a:spcBef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SUBMITTED</a:t>
            </a:r>
            <a:r>
              <a:rPr dirty="0" u="sng" sz="1400" spc="-9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dirty="0" sz="1100">
                <a:latin typeface="Times New Roman"/>
                <a:cs typeface="Times New Roman"/>
              </a:rPr>
              <a:t>Nikit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Pandey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[</a:t>
            </a:r>
            <a:r>
              <a:rPr dirty="0" sz="1100" spc="-10">
                <a:latin typeface="Times New Roman"/>
                <a:cs typeface="Times New Roman"/>
              </a:rPr>
              <a:t>21070562</a:t>
            </a:r>
            <a:r>
              <a:rPr dirty="0" sz="1200" spc="-10"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Ranjan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Paudel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[</a:t>
            </a:r>
            <a:r>
              <a:rPr dirty="0" sz="1100" spc="-10">
                <a:latin typeface="Times New Roman"/>
                <a:cs typeface="Times New Roman"/>
              </a:rPr>
              <a:t>21070565</a:t>
            </a:r>
            <a:r>
              <a:rPr dirty="0" sz="1200" spc="-10"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Suman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Sharma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[</a:t>
            </a:r>
            <a:r>
              <a:rPr dirty="0" sz="1100" spc="-10">
                <a:latin typeface="Times New Roman"/>
                <a:cs typeface="Times New Roman"/>
              </a:rPr>
              <a:t>21070579</a:t>
            </a:r>
            <a:r>
              <a:rPr dirty="0" sz="1200" spc="-10"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Shiva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Kumar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Bhandari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[</a:t>
            </a:r>
            <a:r>
              <a:rPr dirty="0" sz="1100" spc="-10">
                <a:latin typeface="Times New Roman"/>
                <a:cs typeface="Times New Roman"/>
              </a:rPr>
              <a:t>21070575</a:t>
            </a:r>
            <a:r>
              <a:rPr dirty="0" sz="1200" spc="-10"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Courier New"/>
              <a:cs typeface="Courier New"/>
            </a:endParaRPr>
          </a:p>
          <a:p>
            <a:pPr algn="ctr" marR="61594">
              <a:lnSpc>
                <a:spcPct val="100000"/>
              </a:lnSpc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SUPERVISOR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6286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Er</a:t>
            </a:r>
            <a:r>
              <a:rPr dirty="0" sz="1400">
                <a:latin typeface="Courier New"/>
                <a:cs typeface="Courier New"/>
              </a:rPr>
              <a:t>.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Safal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Thapa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54123" y="8193785"/>
            <a:ext cx="3400425" cy="1342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27965">
              <a:lnSpc>
                <a:spcPct val="100000"/>
              </a:lnSpc>
              <a:spcBef>
                <a:spcPts val="100"/>
              </a:spcBef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SUBMITTED</a:t>
            </a:r>
            <a:r>
              <a:rPr dirty="0" u="sng" sz="1400" spc="-9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:</a:t>
            </a:r>
            <a:endParaRPr sz="1400">
              <a:latin typeface="Courier New"/>
              <a:cs typeface="Courier New"/>
            </a:endParaRPr>
          </a:p>
          <a:p>
            <a:pPr marL="347345" marR="5080" indent="-335280">
              <a:lnSpc>
                <a:spcPct val="145000"/>
              </a:lnSpc>
              <a:spcBef>
                <a:spcPts val="215"/>
              </a:spcBef>
            </a:pPr>
            <a:r>
              <a:rPr dirty="0" sz="1200" spc="-20" b="1">
                <a:latin typeface="Times New Roman"/>
                <a:cs typeface="Times New Roman"/>
              </a:rPr>
              <a:t>DEPARTMENT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COMPUTER </a:t>
            </a:r>
            <a:r>
              <a:rPr dirty="0" sz="1200" spc="-10" b="1">
                <a:latin typeface="Times New Roman"/>
                <a:cs typeface="Times New Roman"/>
              </a:rPr>
              <a:t>ENGINEERING </a:t>
            </a:r>
            <a:r>
              <a:rPr dirty="0" sz="1200" b="1">
                <a:latin typeface="Times New Roman"/>
                <a:cs typeface="Times New Roman"/>
              </a:rPr>
              <a:t>POKHARA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ENGINEERING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COLLEGE</a:t>
            </a:r>
            <a:endParaRPr sz="1200">
              <a:latin typeface="Times New Roman"/>
              <a:cs typeface="Times New Roman"/>
            </a:endParaRPr>
          </a:p>
          <a:p>
            <a:pPr algn="ctr" marL="766445" marR="1001394">
              <a:lnSpc>
                <a:spcPts val="2200"/>
              </a:lnSpc>
            </a:pPr>
            <a:r>
              <a:rPr dirty="0" sz="1200" b="1">
                <a:latin typeface="Times New Roman"/>
                <a:cs typeface="Times New Roman"/>
              </a:rPr>
              <a:t>PHIRKE,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POKHARA</a:t>
            </a:r>
            <a:r>
              <a:rPr dirty="0" sz="1200" spc="-10" b="1">
                <a:latin typeface="Courier New"/>
                <a:cs typeface="Courier New"/>
              </a:rPr>
              <a:t>-</a:t>
            </a:r>
            <a:r>
              <a:rPr dirty="0" sz="1200" spc="-50" b="1">
                <a:latin typeface="Times New Roman"/>
                <a:cs typeface="Times New Roman"/>
              </a:rPr>
              <a:t>8 </a:t>
            </a:r>
            <a:r>
              <a:rPr dirty="0" sz="1200" spc="-20" b="1">
                <a:latin typeface="Times New Roman"/>
                <a:cs typeface="Times New Roman"/>
              </a:rPr>
              <a:t>2024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9897" y="3578986"/>
            <a:ext cx="910238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82822" y="982725"/>
            <a:ext cx="14128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CERTIFICATE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44497" y="1485645"/>
            <a:ext cx="5414645" cy="193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429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Date: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2024/07/01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43900"/>
              </a:lnSpc>
              <a:spcBef>
                <a:spcPts val="1190"/>
              </a:spcBef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certify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entitled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“Online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System”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carried </a:t>
            </a:r>
            <a:r>
              <a:rPr dirty="0" sz="1200">
                <a:latin typeface="Times New Roman"/>
                <a:cs typeface="Times New Roman"/>
              </a:rPr>
              <a:t>out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Nikit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Pandey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(21070562),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Ranjan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Paudel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(21070565),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Suman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Sharma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(21070579)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Shiva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Kumar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Bhandari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(21070575)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partial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fulfillment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degree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Bachelor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of </a:t>
            </a:r>
            <a:r>
              <a:rPr dirty="0" sz="1200">
                <a:latin typeface="Times New Roman"/>
                <a:cs typeface="Times New Roman"/>
              </a:rPr>
              <a:t>Engineering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Pokhara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University,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academic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year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2023.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best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our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knowledge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belief,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submitted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elsewhere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award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other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degree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thus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accepted.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460246" y="4151930"/>
            <a:ext cx="2987040" cy="0"/>
          </a:xfrm>
          <a:custGeom>
            <a:avLst/>
            <a:gdLst/>
            <a:ahLst/>
            <a:cxnLst/>
            <a:rect l="l" t="t" r="r" b="b"/>
            <a:pathLst>
              <a:path w="2987040" h="0">
                <a:moveTo>
                  <a:pt x="0" y="0"/>
                </a:moveTo>
                <a:lnTo>
                  <a:pt x="2987040" y="0"/>
                </a:lnTo>
              </a:path>
            </a:pathLst>
          </a:custGeom>
          <a:ln w="1052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438402" y="4483734"/>
            <a:ext cx="26682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Er</a:t>
            </a:r>
            <a:r>
              <a:rPr dirty="0" sz="1400">
                <a:latin typeface="Courier New"/>
                <a:cs typeface="Courier New"/>
              </a:rPr>
              <a:t>.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Safal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Thapa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Supervisor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460246" y="5868208"/>
            <a:ext cx="2987040" cy="0"/>
          </a:xfrm>
          <a:custGeom>
            <a:avLst/>
            <a:gdLst/>
            <a:ahLst/>
            <a:cxnLst/>
            <a:rect l="l" t="t" r="r" b="b"/>
            <a:pathLst>
              <a:path w="2987040" h="0">
                <a:moveTo>
                  <a:pt x="0" y="0"/>
                </a:moveTo>
                <a:lnTo>
                  <a:pt x="2987040" y="0"/>
                </a:lnTo>
              </a:path>
            </a:pathLst>
          </a:custGeom>
          <a:ln w="1052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438402" y="6200012"/>
            <a:ext cx="43154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Er</a:t>
            </a:r>
            <a:r>
              <a:rPr dirty="0" sz="1400">
                <a:latin typeface="Courier New"/>
                <a:cs typeface="Courier New"/>
              </a:rPr>
              <a:t>.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Suraj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Basant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Tulachan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Electronics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466341" y="7647097"/>
            <a:ext cx="2991485" cy="0"/>
          </a:xfrm>
          <a:custGeom>
            <a:avLst/>
            <a:gdLst/>
            <a:ahLst/>
            <a:cxnLst/>
            <a:rect l="l" t="t" r="r" b="b"/>
            <a:pathLst>
              <a:path w="2991485" h="0">
                <a:moveTo>
                  <a:pt x="0" y="0"/>
                </a:moveTo>
                <a:lnTo>
                  <a:pt x="2991377" y="0"/>
                </a:lnTo>
              </a:path>
            </a:pathLst>
          </a:custGeom>
          <a:ln w="1052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438402" y="7978901"/>
            <a:ext cx="39700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Er</a:t>
            </a:r>
            <a:r>
              <a:rPr dirty="0" sz="1400">
                <a:latin typeface="Courier New"/>
                <a:cs typeface="Courier New"/>
              </a:rPr>
              <a:t>.</a:t>
            </a:r>
            <a:r>
              <a:rPr dirty="0" sz="1400" spc="-65">
                <a:latin typeface="Courier New"/>
                <a:cs typeface="Courier New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Krishna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Ghimire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Research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Development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Chief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3282822" y="1441449"/>
            <a:ext cx="23056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ACKNOWLEDGEMENT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53641" y="2258314"/>
            <a:ext cx="5401945" cy="1906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We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would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express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special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thanks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gratitude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our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teacher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Er.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Safal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Thapa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valuable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guidance,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encouragement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complete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project.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  <a:spcBef>
                <a:spcPts val="1215"/>
              </a:spcBef>
            </a:pPr>
            <a:r>
              <a:rPr dirty="0" sz="1200">
                <a:latin typeface="Times New Roman"/>
                <a:cs typeface="Times New Roman"/>
              </a:rPr>
              <a:t>We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thankful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2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our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HOD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Er.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Suraj</a:t>
            </a:r>
            <a:r>
              <a:rPr dirty="0" sz="1200" spc="2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Basant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Tulachan,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whole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college </a:t>
            </a:r>
            <a:r>
              <a:rPr dirty="0" sz="1200">
                <a:latin typeface="Times New Roman"/>
                <a:cs typeface="Times New Roman"/>
              </a:rPr>
              <a:t>department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golden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opportunity.</a:t>
            </a:r>
            <a:endParaRPr sz="1200">
              <a:latin typeface="Times New Roman"/>
              <a:cs typeface="Times New Roman"/>
            </a:endParaRPr>
          </a:p>
          <a:p>
            <a:pPr marL="12700" marR="6985">
              <a:lnSpc>
                <a:spcPct val="143300"/>
              </a:lnSpc>
              <a:spcBef>
                <a:spcPts val="1210"/>
              </a:spcBef>
            </a:pPr>
            <a:r>
              <a:rPr dirty="0" sz="1200">
                <a:latin typeface="Times New Roman"/>
                <a:cs typeface="Times New Roman"/>
              </a:rPr>
              <a:t>Finally,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would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thank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friends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families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us </a:t>
            </a:r>
            <a:r>
              <a:rPr dirty="0" sz="1200">
                <a:latin typeface="Times New Roman"/>
                <a:cs typeface="Times New Roman"/>
              </a:rPr>
              <a:t>finalize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given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period.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47546" y="4787010"/>
            <a:ext cx="2179955" cy="145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Nikit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Pandey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[21070562]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Ranjan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Paudel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[21070565]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Suman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Sharma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[21070575]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Shiva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Kumar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Bhandari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[21070579]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3740277" y="1375917"/>
            <a:ext cx="1130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ABSTRACT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53641" y="2192781"/>
            <a:ext cx="5405755" cy="2127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43700"/>
              </a:lnSpc>
              <a:spcBef>
                <a:spcPts val="95"/>
              </a:spcBef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creation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simplify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improve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tracking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schools.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mark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attendance,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receive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email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notifications,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teachers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administrators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records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panel.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addresses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issues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time </a:t>
            </a:r>
            <a:r>
              <a:rPr dirty="0" sz="1200">
                <a:latin typeface="Times New Roman"/>
                <a:cs typeface="Times New Roman"/>
              </a:rPr>
              <a:t>consumption,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errors,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management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difficulties.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quick,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accurate,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records.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included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requirement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analysis,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design,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development,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testing,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deployment.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compares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other </a:t>
            </a:r>
            <a:r>
              <a:rPr dirty="0" sz="1200">
                <a:latin typeface="Times New Roman"/>
                <a:cs typeface="Times New Roman"/>
              </a:rPr>
              <a:t>methods,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highlighting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benefits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3282822" y="982725"/>
            <a:ext cx="15049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ABBREVIATIONS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25092" y="1834641"/>
            <a:ext cx="2656205" cy="311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ER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Entity-Relationship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PK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Primary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Key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FK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Foreign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Key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HTML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Hyper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Text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Markup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Language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CSS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Cascading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Style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Sheets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JS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SQL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Query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Language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UI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10">
                <a:latin typeface="Times New Roman"/>
                <a:cs typeface="Times New Roman"/>
              </a:rPr>
              <a:t> Interface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993444" y="1375918"/>
            <a:ext cx="5843905" cy="2022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0" b="1">
                <a:latin typeface="Times New Roman"/>
                <a:cs typeface="Times New Roman"/>
              </a:rPr>
              <a:t> FIGURES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Times New Roman"/>
              <a:cs typeface="Times New Roman"/>
            </a:endParaRPr>
          </a:p>
          <a:p>
            <a:pPr lvl="1" marL="349250" indent="-334010">
              <a:lnSpc>
                <a:spcPct val="100000"/>
              </a:lnSpc>
              <a:spcBef>
                <a:spcPts val="5"/>
              </a:spcBef>
              <a:buSzPct val="91666"/>
              <a:buAutoNum type="arabicPeriod"/>
              <a:tabLst>
                <a:tab pos="349250" algn="l"/>
              </a:tabLst>
            </a:pPr>
            <a:r>
              <a:rPr dirty="0" sz="1200" spc="-10">
                <a:latin typeface="Times New Roman"/>
                <a:cs typeface="Times New Roman"/>
              </a:rPr>
              <a:t>ERDiagram</a:t>
            </a:r>
            <a:r>
              <a:rPr dirty="0" sz="1200" spc="-10">
                <a:latin typeface="Courier New"/>
                <a:cs typeface="Courier New"/>
              </a:rPr>
              <a:t>……………………………………</a:t>
            </a:r>
            <a:r>
              <a:rPr dirty="0" sz="1100" spc="-10">
                <a:latin typeface="Courier New"/>
                <a:cs typeface="Courier New"/>
              </a:rPr>
              <a:t>……………………………………………</a:t>
            </a:r>
            <a:r>
              <a:rPr dirty="0" sz="1100" spc="-10">
                <a:latin typeface="Nirmala UI"/>
                <a:cs typeface="Nirmala UI"/>
              </a:rPr>
              <a:t>.............................................................</a:t>
            </a:r>
            <a:r>
              <a:rPr dirty="0" sz="1100" spc="155">
                <a:latin typeface="Nirmala UI"/>
                <a:cs typeface="Nirmala UI"/>
              </a:rPr>
              <a:t>  </a:t>
            </a:r>
            <a:r>
              <a:rPr dirty="0" sz="1100" spc="-25">
                <a:latin typeface="Times New Roman"/>
                <a:cs typeface="Times New Roman"/>
              </a:rPr>
              <a:t>16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70"/>
              </a:spcBef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lvl="1" marL="349250" indent="-334010">
              <a:lnSpc>
                <a:spcPct val="100000"/>
              </a:lnSpc>
              <a:spcBef>
                <a:spcPts val="5"/>
              </a:spcBef>
              <a:buSzPct val="91666"/>
              <a:buAutoNum type="arabicPeriod"/>
              <a:tabLst>
                <a:tab pos="349250" algn="l"/>
              </a:tabLst>
            </a:pPr>
            <a:r>
              <a:rPr dirty="0" sz="1200" spc="-10">
                <a:latin typeface="Times New Roman"/>
                <a:cs typeface="Times New Roman"/>
              </a:rPr>
              <a:t>SequenceDiagram</a:t>
            </a:r>
            <a:r>
              <a:rPr dirty="0" sz="1200" spc="-10">
                <a:latin typeface="Courier New"/>
                <a:cs typeface="Courier New"/>
              </a:rPr>
              <a:t>……………………………………</a:t>
            </a:r>
            <a:r>
              <a:rPr dirty="0" sz="1100" spc="-10">
                <a:latin typeface="Courier New"/>
                <a:cs typeface="Courier New"/>
              </a:rPr>
              <a:t>………………………………………</a:t>
            </a:r>
            <a:r>
              <a:rPr dirty="0" sz="1100" spc="-10">
                <a:latin typeface="Nirmala UI"/>
                <a:cs typeface="Nirmala UI"/>
              </a:rPr>
              <a:t>......................................................</a:t>
            </a:r>
            <a:r>
              <a:rPr dirty="0" sz="1100" spc="145">
                <a:latin typeface="Nirmala UI"/>
                <a:cs typeface="Nirmala UI"/>
              </a:rPr>
              <a:t>  </a:t>
            </a:r>
            <a:r>
              <a:rPr dirty="0" sz="1100" spc="-25">
                <a:latin typeface="Times New Roman"/>
                <a:cs typeface="Times New Roman"/>
              </a:rPr>
              <a:t>17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70"/>
              </a:spcBef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lvl="1" marL="334010" indent="-321310">
              <a:lnSpc>
                <a:spcPct val="100000"/>
              </a:lnSpc>
              <a:spcBef>
                <a:spcPts val="5"/>
              </a:spcBef>
              <a:buSzPct val="83333"/>
              <a:buAutoNum type="arabicPeriod"/>
              <a:tabLst>
                <a:tab pos="334010" algn="l"/>
              </a:tabLst>
            </a:pPr>
            <a:r>
              <a:rPr dirty="0" sz="1200" spc="-10">
                <a:latin typeface="Times New Roman"/>
                <a:cs typeface="Times New Roman"/>
              </a:rPr>
              <a:t>UseCaseDiagram</a:t>
            </a:r>
            <a:r>
              <a:rPr dirty="0" sz="1200" spc="-10">
                <a:latin typeface="Courier New"/>
                <a:cs typeface="Courier New"/>
              </a:rPr>
              <a:t>……………………………</a:t>
            </a:r>
            <a:r>
              <a:rPr dirty="0" sz="1100" spc="-10">
                <a:latin typeface="Courier New"/>
                <a:cs typeface="Courier New"/>
              </a:rPr>
              <a:t>………………………</a:t>
            </a:r>
            <a:r>
              <a:rPr dirty="0" sz="1100" spc="-10">
                <a:latin typeface="Nirmala UI"/>
                <a:cs typeface="Nirmala UI"/>
              </a:rPr>
              <a:t>..........................................................</a:t>
            </a:r>
            <a:r>
              <a:rPr dirty="0" sz="1100" spc="-10">
                <a:latin typeface="Courier New"/>
                <a:cs typeface="Courier New"/>
              </a:rPr>
              <a:t>……………………</a:t>
            </a:r>
            <a:r>
              <a:rPr dirty="0" sz="1100" spc="-10">
                <a:latin typeface="Nirmala UI"/>
                <a:cs typeface="Nirmala UI"/>
              </a:rPr>
              <a:t>..</a:t>
            </a:r>
            <a:r>
              <a:rPr dirty="0" sz="1100" spc="165">
                <a:latin typeface="Nirmala UI"/>
                <a:cs typeface="Nirmala UI"/>
              </a:rPr>
              <a:t>  </a:t>
            </a:r>
            <a:r>
              <a:rPr dirty="0" sz="1100" spc="-25">
                <a:latin typeface="Times New Roman"/>
                <a:cs typeface="Times New Roman"/>
              </a:rPr>
              <a:t>18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Times New Roman"/>
                <a:cs typeface="Times New Roman"/>
              </a:rPr>
              <a:t>Appendix</a:t>
            </a:r>
            <a:r>
              <a:rPr dirty="0" sz="1200" spc="-10">
                <a:latin typeface="Courier New"/>
                <a:cs typeface="Courier New"/>
              </a:rPr>
              <a:t>………………………………</a:t>
            </a:r>
            <a:r>
              <a:rPr dirty="0" sz="1100" spc="-10">
                <a:latin typeface="Courier New"/>
                <a:cs typeface="Courier New"/>
              </a:rPr>
              <a:t>………………………………</a:t>
            </a:r>
            <a:r>
              <a:rPr dirty="0" sz="1200" spc="-10">
                <a:latin typeface="Courier New"/>
                <a:cs typeface="Courier New"/>
              </a:rPr>
              <a:t>………</a:t>
            </a:r>
            <a:r>
              <a:rPr dirty="0" sz="1200" spc="-10">
                <a:latin typeface="Nirmala UI"/>
                <a:cs typeface="Nirmala UI"/>
              </a:rPr>
              <a:t>..................................................................</a:t>
            </a:r>
            <a:r>
              <a:rPr dirty="0" sz="1200" spc="-10">
                <a:latin typeface="Courier New"/>
                <a:cs typeface="Courier New"/>
              </a:rPr>
              <a:t>…………</a:t>
            </a:r>
            <a:r>
              <a:rPr dirty="0" sz="1200" spc="-10">
                <a:latin typeface="Nirmala UI"/>
                <a:cs typeface="Nirmala UI"/>
              </a:rPr>
              <a:t>...</a:t>
            </a:r>
            <a:r>
              <a:rPr dirty="0" sz="1200" spc="95">
                <a:latin typeface="Nirmala UI"/>
                <a:cs typeface="Nirmala UI"/>
              </a:rPr>
              <a:t>  </a:t>
            </a:r>
            <a:r>
              <a:rPr dirty="0" sz="1100" spc="-25">
                <a:latin typeface="Times New Roman"/>
                <a:cs typeface="Times New Roman"/>
              </a:rPr>
              <a:t>24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996492" y="982725"/>
            <a:ext cx="5831840" cy="295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3716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TABLES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400">
              <a:latin typeface="Times New Roman"/>
              <a:cs typeface="Times New Roman"/>
            </a:endParaRPr>
          </a:p>
          <a:p>
            <a:pPr lvl="2" marL="605790" indent="-593090">
              <a:lnSpc>
                <a:spcPct val="100000"/>
              </a:lnSpc>
              <a:buAutoNum type="arabicPeriod"/>
              <a:tabLst>
                <a:tab pos="605790" algn="l"/>
              </a:tabLst>
            </a:pP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10">
                <a:latin typeface="Courier New"/>
                <a:cs typeface="Courier New"/>
              </a:rPr>
              <a:t>………</a:t>
            </a:r>
            <a:r>
              <a:rPr dirty="0" sz="1200" spc="-10">
                <a:latin typeface="Nirmala UI"/>
                <a:cs typeface="Nirmala UI"/>
              </a:rPr>
              <a:t>.......................................</a:t>
            </a:r>
            <a:r>
              <a:rPr dirty="0" sz="1200" spc="-10">
                <a:latin typeface="Courier New"/>
                <a:cs typeface="Courier New"/>
              </a:rPr>
              <a:t>………………………………………</a:t>
            </a:r>
            <a:r>
              <a:rPr dirty="0" sz="1100" spc="-10">
                <a:latin typeface="Courier New"/>
                <a:cs typeface="Courier New"/>
              </a:rPr>
              <a:t>…</a:t>
            </a:r>
            <a:r>
              <a:rPr dirty="0" sz="1200" spc="-10">
                <a:latin typeface="Courier New"/>
                <a:cs typeface="Courier New"/>
              </a:rPr>
              <a:t>…</a:t>
            </a:r>
            <a:r>
              <a:rPr dirty="0" sz="1200" spc="-345">
                <a:latin typeface="Courier New"/>
                <a:cs typeface="Courier New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19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lvl="2" marL="605790" indent="-593090">
              <a:lnSpc>
                <a:spcPct val="100000"/>
              </a:lnSpc>
              <a:buAutoNum type="arabicPeriod"/>
              <a:tabLst>
                <a:tab pos="605790" algn="l"/>
              </a:tabLst>
            </a:pP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class</a:t>
            </a:r>
            <a:r>
              <a:rPr dirty="0" sz="1200" spc="-10">
                <a:latin typeface="Courier New"/>
                <a:cs typeface="Courier New"/>
              </a:rPr>
              <a:t>………</a:t>
            </a:r>
            <a:r>
              <a:rPr dirty="0" sz="1200" spc="-10">
                <a:latin typeface="Nirmala UI"/>
                <a:cs typeface="Nirmala UI"/>
              </a:rPr>
              <a:t>..........................................</a:t>
            </a:r>
            <a:r>
              <a:rPr dirty="0" sz="1200" spc="-10">
                <a:latin typeface="Courier New"/>
                <a:cs typeface="Courier New"/>
              </a:rPr>
              <a:t>…………………………</a:t>
            </a:r>
            <a:r>
              <a:rPr dirty="0" sz="1100" spc="-10">
                <a:latin typeface="Courier New"/>
                <a:cs typeface="Courier New"/>
              </a:rPr>
              <a:t>…………</a:t>
            </a:r>
            <a:r>
              <a:rPr dirty="0" sz="1100" spc="-10">
                <a:latin typeface="Nirmala UI"/>
                <a:cs typeface="Nirmala UI"/>
              </a:rPr>
              <a:t>..</a:t>
            </a:r>
            <a:r>
              <a:rPr dirty="0" sz="1100" spc="-10">
                <a:latin typeface="Courier New"/>
                <a:cs typeface="Courier New"/>
              </a:rPr>
              <a:t>……</a:t>
            </a:r>
            <a:r>
              <a:rPr dirty="0" sz="1200" spc="-10">
                <a:latin typeface="Courier New"/>
                <a:cs typeface="Courier New"/>
              </a:rPr>
              <a:t>…………</a:t>
            </a:r>
            <a:r>
              <a:rPr dirty="0" sz="1200" spc="-350">
                <a:latin typeface="Courier New"/>
                <a:cs typeface="Courier New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19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7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lvl="2" marL="605790" indent="-593090">
              <a:lnSpc>
                <a:spcPct val="100000"/>
              </a:lnSpc>
              <a:buAutoNum type="arabicPeriod"/>
              <a:tabLst>
                <a:tab pos="605790" algn="l"/>
              </a:tabLst>
            </a:pP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Course</a:t>
            </a:r>
            <a:r>
              <a:rPr dirty="0" sz="1200" spc="-10">
                <a:latin typeface="Courier New"/>
                <a:cs typeface="Courier New"/>
              </a:rPr>
              <a:t>………………………………</a:t>
            </a:r>
            <a:r>
              <a:rPr dirty="0" sz="1100" spc="-10">
                <a:latin typeface="Courier New"/>
                <a:cs typeface="Courier New"/>
              </a:rPr>
              <a:t>…………………</a:t>
            </a:r>
            <a:r>
              <a:rPr dirty="0" sz="1100" spc="-10">
                <a:latin typeface="Nirmala UI"/>
                <a:cs typeface="Nirmala UI"/>
              </a:rPr>
              <a:t>.....................................................</a:t>
            </a:r>
            <a:r>
              <a:rPr dirty="0" sz="1200" spc="-10">
                <a:latin typeface="Courier New"/>
                <a:cs typeface="Courier New"/>
              </a:rPr>
              <a:t>…</a:t>
            </a:r>
            <a:r>
              <a:rPr dirty="0" sz="1200" spc="-290">
                <a:latin typeface="Courier New"/>
                <a:cs typeface="Courier New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19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775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lvl="2" marL="605790" indent="-593090">
              <a:lnSpc>
                <a:spcPct val="100000"/>
              </a:lnSpc>
              <a:buAutoNum type="arabicPeriod"/>
              <a:tabLst>
                <a:tab pos="605790" algn="l"/>
              </a:tabLst>
            </a:pP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Teacher</a:t>
            </a:r>
            <a:r>
              <a:rPr dirty="0" sz="1200" spc="-10">
                <a:latin typeface="Courier New"/>
                <a:cs typeface="Courier New"/>
              </a:rPr>
              <a:t>……………………………</a:t>
            </a:r>
            <a:r>
              <a:rPr dirty="0" sz="1100" spc="-10">
                <a:latin typeface="Courier New"/>
                <a:cs typeface="Courier New"/>
              </a:rPr>
              <a:t>……</a:t>
            </a:r>
            <a:r>
              <a:rPr dirty="0" sz="1100" spc="-10">
                <a:latin typeface="Nirmala UI"/>
                <a:cs typeface="Nirmala UI"/>
              </a:rPr>
              <a:t>.......................................................................</a:t>
            </a:r>
            <a:r>
              <a:rPr dirty="0" sz="1100" spc="165">
                <a:latin typeface="Nirmala UI"/>
                <a:cs typeface="Nirmala UI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78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lvl="2" marL="605790" indent="-593090">
              <a:lnSpc>
                <a:spcPct val="100000"/>
              </a:lnSpc>
              <a:buAutoNum type="arabicPeriod"/>
              <a:tabLst>
                <a:tab pos="605790" algn="l"/>
              </a:tabLst>
            </a:pP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Student</a:t>
            </a:r>
            <a:r>
              <a:rPr dirty="0" sz="1200" spc="-10">
                <a:latin typeface="Courier New"/>
                <a:cs typeface="Courier New"/>
              </a:rPr>
              <a:t>…………………………………………………</a:t>
            </a:r>
            <a:r>
              <a:rPr dirty="0" sz="1100" spc="-10">
                <a:latin typeface="Courier New"/>
                <a:cs typeface="Courier New"/>
              </a:rPr>
              <a:t>…</a:t>
            </a:r>
            <a:r>
              <a:rPr dirty="0" sz="1200" spc="-10">
                <a:latin typeface="Courier New"/>
                <a:cs typeface="Courier New"/>
              </a:rPr>
              <a:t>……</a:t>
            </a:r>
            <a:r>
              <a:rPr dirty="0" sz="1100" spc="-10">
                <a:latin typeface="Nirmala UI"/>
                <a:cs typeface="Nirmala UI"/>
              </a:rPr>
              <a:t>.............................................</a:t>
            </a:r>
            <a:r>
              <a:rPr dirty="0" sz="1100" spc="75">
                <a:latin typeface="Nirmala UI"/>
                <a:cs typeface="Nirmala UI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438784" indent="-426084">
              <a:lnSpc>
                <a:spcPct val="100000"/>
              </a:lnSpc>
              <a:buAutoNum type="arabicPeriod"/>
              <a:tabLst>
                <a:tab pos="438784" algn="l"/>
              </a:tabLst>
            </a:pPr>
            <a:r>
              <a:rPr dirty="0" sz="1200">
                <a:latin typeface="Times New Roman"/>
                <a:cs typeface="Times New Roman"/>
              </a:rPr>
              <a:t>Test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Cases</a:t>
            </a:r>
            <a:r>
              <a:rPr dirty="0" sz="1200" spc="13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30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Result</a:t>
            </a:r>
            <a:r>
              <a:rPr dirty="0" sz="1200" spc="-10">
                <a:latin typeface="Courier New"/>
                <a:cs typeface="Courier New"/>
              </a:rPr>
              <a:t>………………………………………</a:t>
            </a:r>
            <a:r>
              <a:rPr dirty="0" sz="1200" spc="-10">
                <a:latin typeface="Nirmala UI"/>
                <a:cs typeface="Nirmala UI"/>
              </a:rPr>
              <a:t>.......................................................................</a:t>
            </a:r>
            <a:r>
              <a:rPr dirty="0" sz="1200" spc="95">
                <a:latin typeface="Nirmala UI"/>
                <a:cs typeface="Nirmala UI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21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2818002" y="982725"/>
            <a:ext cx="22142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TABLE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OF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CONTENTS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6492" y="1830069"/>
            <a:ext cx="5861050" cy="7552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079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  <a:hlinkClick r:id="rId2" action="ppaction://hlinksldjump"/>
              </a:rPr>
              <a:t>CERTIFICATE</a:t>
            </a:r>
            <a:r>
              <a:rPr dirty="0" sz="1200" spc="1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2" action="ppaction://hlinksldjump"/>
              </a:rPr>
              <a:t>............................................................................................................................</a:t>
            </a:r>
            <a:r>
              <a:rPr dirty="0" sz="1200" spc="-16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dirty="0" sz="1200" spc="-50">
                <a:latin typeface="Times New Roman"/>
                <a:cs typeface="Times New Roman"/>
                <a:hlinkClick r:id="rId2" action="ppaction://hlinksldjump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  <a:spcBef>
                <a:spcPts val="1330"/>
              </a:spcBef>
            </a:pPr>
            <a:r>
              <a:rPr dirty="0" sz="1200" spc="-10">
                <a:latin typeface="Times New Roman"/>
                <a:cs typeface="Times New Roman"/>
                <a:hlinkClick r:id="rId3" action="ppaction://hlinksldjump"/>
              </a:rPr>
              <a:t>ACKNOWLEDGEMENT............................................................................................................</a:t>
            </a:r>
            <a:r>
              <a:rPr dirty="0" sz="1200" spc="345">
                <a:latin typeface="Times New Roman"/>
                <a:cs typeface="Times New Roman"/>
                <a:hlinkClick r:id="rId3" action="ppaction://hlinksldjump"/>
              </a:rPr>
              <a:t>  </a:t>
            </a:r>
            <a:r>
              <a:rPr dirty="0" sz="1200" spc="-50">
                <a:latin typeface="Times New Roman"/>
                <a:cs typeface="Times New Roman"/>
                <a:hlinkClick r:id="rId3" action="ppaction://hlinksldjump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  <a:spcBef>
                <a:spcPts val="1335"/>
              </a:spcBef>
            </a:pPr>
            <a:r>
              <a:rPr dirty="0" sz="1200" spc="-10">
                <a:latin typeface="Times New Roman"/>
                <a:cs typeface="Times New Roman"/>
                <a:hlinkClick r:id="rId4" action="ppaction://hlinksldjump"/>
              </a:rPr>
              <a:t>ABSTRACT</a:t>
            </a:r>
            <a:r>
              <a:rPr dirty="0" sz="1200" spc="-8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4" action="ppaction://hlinksldjump"/>
              </a:rPr>
              <a:t>.................................................................................................................................</a:t>
            </a:r>
            <a:r>
              <a:rPr dirty="0" sz="1200" spc="-145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dirty="0" sz="1200" spc="-50">
                <a:latin typeface="Times New Roman"/>
                <a:cs typeface="Times New Roman"/>
                <a:hlinkClick r:id="rId4" action="ppaction://hlinksldjump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  <a:spcBef>
                <a:spcPts val="1330"/>
              </a:spcBef>
            </a:pPr>
            <a:r>
              <a:rPr dirty="0" sz="1200">
                <a:latin typeface="Times New Roman"/>
                <a:cs typeface="Times New Roman"/>
                <a:hlinkClick r:id="rId5" action="ppaction://hlinksldjump"/>
              </a:rPr>
              <a:t>ABBREVIATIONS......................................................................................................................</a:t>
            </a:r>
            <a:r>
              <a:rPr dirty="0" sz="1200" spc="-14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dirty="0" sz="1200" spc="-50">
                <a:latin typeface="Times New Roman"/>
                <a:cs typeface="Times New Roman"/>
                <a:hlinkClick r:id="rId5" action="ppaction://hlinksldjump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  <a:spcBef>
                <a:spcPts val="1335"/>
              </a:spcBef>
            </a:pPr>
            <a:r>
              <a:rPr dirty="0" sz="1200">
                <a:latin typeface="Times New Roman"/>
                <a:cs typeface="Times New Roman"/>
                <a:hlinkClick r:id="rId6" action="ppaction://hlinksldjump"/>
              </a:rPr>
              <a:t>TABLE</a:t>
            </a:r>
            <a:r>
              <a:rPr dirty="0" sz="1200" spc="-5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6" action="ppaction://hlinksldjump"/>
              </a:rPr>
              <a:t>OF</a:t>
            </a:r>
            <a:r>
              <a:rPr dirty="0" sz="1200" spc="-10">
                <a:latin typeface="Times New Roman"/>
                <a:cs typeface="Times New Roman"/>
                <a:hlinkClick r:id="rId6" action="ppaction://hlinksldjump"/>
              </a:rPr>
              <a:t> CONTENTS</a:t>
            </a:r>
            <a:r>
              <a:rPr dirty="0" sz="1200" spc="-10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6" action="ppaction://hlinksldjump"/>
              </a:rPr>
              <a:t>.....................................................................................................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dirty="0" sz="1200" spc="-50">
                <a:latin typeface="Times New Roman"/>
                <a:cs typeface="Times New Roman"/>
                <a:hlinkClick r:id="rId6" action="ppaction://hlinksldjump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  <a:hlinkClick r:id="rId7" action="ppaction://hlinksldjump"/>
              </a:rPr>
              <a:t>CHAPTER</a:t>
            </a:r>
            <a:r>
              <a:rPr dirty="0" sz="1200" spc="-1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7" action="ppaction://hlinksldjump"/>
              </a:rPr>
              <a:t>1</a:t>
            </a:r>
            <a:r>
              <a:rPr dirty="0" sz="1200">
                <a:latin typeface="Courier New"/>
                <a:cs typeface="Courier New"/>
                <a:hlinkClick r:id="rId7" action="ppaction://hlinksldjump"/>
              </a:rPr>
              <a:t>:</a:t>
            </a:r>
            <a:r>
              <a:rPr dirty="0" sz="1200" spc="-5">
                <a:latin typeface="Courier New"/>
                <a:cs typeface="Courier New"/>
                <a:hlinkClick r:id="rId7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7" action="ppaction://hlinksldjump"/>
              </a:rPr>
              <a:t>INTRODUCTION..............................................................................................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200" spc="-50">
                <a:latin typeface="Times New Roman"/>
                <a:cs typeface="Times New Roman"/>
                <a:hlinkClick r:id="rId7" action="ppaction://hlinksldjump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709930" indent="-393065">
              <a:lnSpc>
                <a:spcPct val="100000"/>
              </a:lnSpc>
              <a:buAutoNum type="arabicPeriod"/>
              <a:tabLst>
                <a:tab pos="709930" algn="l"/>
              </a:tabLst>
            </a:pPr>
            <a:r>
              <a:rPr dirty="0" sz="1200" spc="-10">
                <a:latin typeface="Times New Roman"/>
                <a:cs typeface="Times New Roman"/>
                <a:hlinkClick r:id="rId7" action="ppaction://hlinksldjump"/>
              </a:rPr>
              <a:t>Background</a:t>
            </a:r>
            <a:r>
              <a:rPr dirty="0" sz="1200" spc="-7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7" action="ppaction://hlinksldjump"/>
              </a:rPr>
              <a:t>................................................................................................................</a:t>
            </a:r>
            <a:r>
              <a:rPr dirty="0" sz="1200" spc="-150"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dirty="0" sz="1200" spc="-50">
                <a:latin typeface="Times New Roman"/>
                <a:cs typeface="Times New Roman"/>
                <a:hlinkClick r:id="rId7" action="ppaction://hlinksldjump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lvl="1" marL="709930" indent="-3930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09930" algn="l"/>
              </a:tabLst>
            </a:pPr>
            <a:r>
              <a:rPr dirty="0" sz="1200">
                <a:latin typeface="Times New Roman"/>
                <a:cs typeface="Times New Roman"/>
                <a:hlinkClick r:id="rId8" action="ppaction://hlinksldjump"/>
              </a:rPr>
              <a:t>Statement</a:t>
            </a:r>
            <a:r>
              <a:rPr dirty="0" sz="1200" spc="-1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8" action="ppaction://hlinksldjump"/>
              </a:rPr>
              <a:t>of</a:t>
            </a:r>
            <a:r>
              <a:rPr dirty="0" sz="1200" spc="-1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8" action="ppaction://hlinksldjump"/>
              </a:rPr>
              <a:t>Problem...............................................................................................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8" action="ppaction://hlinksldjump"/>
              </a:rPr>
              <a:t>10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lvl="1" marL="709930" indent="-393065">
              <a:lnSpc>
                <a:spcPct val="100000"/>
              </a:lnSpc>
              <a:buAutoNum type="arabicPeriod"/>
              <a:tabLst>
                <a:tab pos="709930" algn="l"/>
              </a:tabLst>
            </a:pPr>
            <a:r>
              <a:rPr dirty="0" sz="1200" spc="-10">
                <a:latin typeface="Times New Roman"/>
                <a:cs typeface="Times New Roman"/>
                <a:hlinkClick r:id="rId9" action="ppaction://hlinksldjump"/>
              </a:rPr>
              <a:t>Objective</a:t>
            </a:r>
            <a:r>
              <a:rPr dirty="0" sz="1200" spc="-8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9" action="ppaction://hlinksldjump"/>
              </a:rPr>
              <a:t>..................................................................................................................</a:t>
            </a:r>
            <a:r>
              <a:rPr dirty="0" sz="1200" spc="-160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9" action="ppaction://hlinksldjump"/>
              </a:rPr>
              <a:t>11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lvl="1" marL="709930" indent="-393065">
              <a:lnSpc>
                <a:spcPct val="100000"/>
              </a:lnSpc>
              <a:buAutoNum type="arabicPeriod"/>
              <a:tabLst>
                <a:tab pos="709930" algn="l"/>
              </a:tabLst>
            </a:pPr>
            <a:r>
              <a:rPr dirty="0" sz="1200">
                <a:latin typeface="Times New Roman"/>
                <a:cs typeface="Times New Roman"/>
                <a:hlinkClick r:id="rId9" action="ppaction://hlinksldjump"/>
              </a:rPr>
              <a:t>Scope</a:t>
            </a:r>
            <a:r>
              <a:rPr dirty="0" sz="1200" spc="-1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9" action="ppaction://hlinksldjump"/>
              </a:rPr>
              <a:t>of</a:t>
            </a:r>
            <a:r>
              <a:rPr dirty="0" sz="1200" spc="-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200" spc="-10">
                <a:latin typeface="Times New Roman"/>
                <a:cs typeface="Times New Roman"/>
                <a:hlinkClick r:id="rId9" action="ppaction://hlinksldjump"/>
              </a:rPr>
              <a:t>Project</a:t>
            </a:r>
            <a:r>
              <a:rPr dirty="0" sz="1200" spc="-60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9" action="ppaction://hlinksldjump"/>
              </a:rPr>
              <a:t>.......................................................................................................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9" action="ppaction://hlinksldjump"/>
              </a:rPr>
              <a:t>11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lvl="1" marL="709930" indent="-393065">
              <a:lnSpc>
                <a:spcPct val="100000"/>
              </a:lnSpc>
              <a:buAutoNum type="arabicPeriod"/>
              <a:tabLst>
                <a:tab pos="709930" algn="l"/>
              </a:tabLst>
            </a:pPr>
            <a:r>
              <a:rPr dirty="0" sz="1200">
                <a:latin typeface="Times New Roman"/>
                <a:cs typeface="Times New Roman"/>
                <a:hlinkClick r:id="rId9" action="ppaction://hlinksldjump"/>
              </a:rPr>
              <a:t>Limitation.................................................................................................................</a:t>
            </a:r>
            <a:r>
              <a:rPr dirty="0" sz="1200" spc="-145"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9" action="ppaction://hlinksldjump"/>
              </a:rPr>
              <a:t>11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  <a:hlinkClick r:id="rId10" action="ppaction://hlinksldjump"/>
              </a:rPr>
              <a:t>CHAPTER</a:t>
            </a:r>
            <a:r>
              <a:rPr dirty="0" sz="1200" spc="38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0" action="ppaction://hlinksldjump"/>
              </a:rPr>
              <a:t>2</a:t>
            </a:r>
            <a:r>
              <a:rPr dirty="0" sz="1200">
                <a:latin typeface="Courier New"/>
                <a:cs typeface="Courier New"/>
                <a:hlinkClick r:id="rId10" action="ppaction://hlinksldjump"/>
              </a:rPr>
              <a:t>:</a:t>
            </a:r>
            <a:r>
              <a:rPr dirty="0" sz="1200" spc="-15">
                <a:latin typeface="Courier New"/>
                <a:cs typeface="Courier New"/>
                <a:hlinkClick r:id="rId10" action="ppaction://hlinksldjump"/>
              </a:rPr>
              <a:t> </a:t>
            </a:r>
            <a:r>
              <a:rPr dirty="0" sz="1200" spc="-10">
                <a:latin typeface="Times New Roman"/>
                <a:cs typeface="Times New Roman"/>
                <a:hlinkClick r:id="rId10" action="ppaction://hlinksldjump"/>
              </a:rPr>
              <a:t>LITERATURE</a:t>
            </a:r>
            <a:r>
              <a:rPr dirty="0" sz="1200" spc="-5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0" action="ppaction://hlinksldjump"/>
              </a:rPr>
              <a:t>REVIEW</a:t>
            </a:r>
            <a:r>
              <a:rPr dirty="0" sz="1200" spc="-2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0" action="ppaction://hlinksldjump"/>
              </a:rPr>
              <a:t>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10" action="ppaction://hlinksldjump"/>
              </a:rPr>
              <a:t>12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710565" indent="-393700">
              <a:lnSpc>
                <a:spcPct val="100000"/>
              </a:lnSpc>
              <a:buAutoNum type="arabicPeriod"/>
              <a:tabLst>
                <a:tab pos="710565" algn="l"/>
              </a:tabLst>
            </a:pPr>
            <a:r>
              <a:rPr dirty="0" sz="1200" spc="-10">
                <a:latin typeface="Times New Roman"/>
                <a:cs typeface="Times New Roman"/>
                <a:hlinkClick r:id="rId10" action="ppaction://hlinksldjump"/>
              </a:rPr>
              <a:t>Preliminary</a:t>
            </a:r>
            <a:r>
              <a:rPr dirty="0" sz="1200" spc="-5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0" action="ppaction://hlinksldjump"/>
              </a:rPr>
              <a:t>Study</a:t>
            </a:r>
            <a:r>
              <a:rPr dirty="0" sz="1200" spc="1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0" action="ppaction://hlinksldjump"/>
              </a:rPr>
              <a:t>....................................................................................................</a:t>
            </a:r>
            <a:r>
              <a:rPr dirty="0" sz="1200" spc="-16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10" action="ppaction://hlinksldjump"/>
              </a:rPr>
              <a:t>12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lvl="1" marL="751205" indent="-434340">
              <a:lnSpc>
                <a:spcPct val="100000"/>
              </a:lnSpc>
              <a:buAutoNum type="arabicPeriod"/>
              <a:tabLst>
                <a:tab pos="751205" algn="l"/>
              </a:tabLst>
            </a:pPr>
            <a:r>
              <a:rPr dirty="0" sz="1200">
                <a:latin typeface="Times New Roman"/>
                <a:cs typeface="Times New Roman"/>
                <a:hlinkClick r:id="rId10" action="ppaction://hlinksldjump"/>
              </a:rPr>
              <a:t>Similar</a:t>
            </a:r>
            <a:r>
              <a:rPr dirty="0" sz="1200" spc="220">
                <a:latin typeface="Times New Roman"/>
                <a:cs typeface="Times New Roman"/>
                <a:hlinkClick r:id="rId10" action="ppaction://hlinksldjump"/>
              </a:rPr>
              <a:t>  </a:t>
            </a:r>
            <a:r>
              <a:rPr dirty="0" sz="1200" spc="-10">
                <a:latin typeface="Times New Roman"/>
                <a:cs typeface="Times New Roman"/>
                <a:hlinkClick r:id="rId10" action="ppaction://hlinksldjump"/>
              </a:rPr>
              <a:t>Tasks...........................................................................................................</a:t>
            </a:r>
            <a:r>
              <a:rPr dirty="0" sz="1200" spc="150">
                <a:latin typeface="Times New Roman"/>
                <a:cs typeface="Times New Roman"/>
                <a:hlinkClick r:id="rId10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10" action="ppaction://hlinksldjump"/>
              </a:rPr>
              <a:t>12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  <a:hlinkClick r:id="rId11" action="ppaction://hlinksldjump"/>
              </a:rPr>
              <a:t>CHAPTER</a:t>
            </a:r>
            <a:r>
              <a:rPr dirty="0" sz="1200" spc="270">
                <a:latin typeface="Times New Roman"/>
                <a:cs typeface="Times New Roman"/>
                <a:hlinkClick r:id="rId11" action="ppaction://hlinksldjump"/>
              </a:rPr>
              <a:t>  </a:t>
            </a:r>
            <a:r>
              <a:rPr dirty="0" sz="1200">
                <a:latin typeface="Times New Roman"/>
                <a:cs typeface="Times New Roman"/>
                <a:hlinkClick r:id="rId11" action="ppaction://hlinksldjump"/>
              </a:rPr>
              <a:t>3</a:t>
            </a:r>
            <a:r>
              <a:rPr dirty="0" sz="1200">
                <a:latin typeface="Courier New"/>
                <a:cs typeface="Courier New"/>
                <a:hlinkClick r:id="rId11" action="ppaction://hlinksldjump"/>
              </a:rPr>
              <a:t>:</a:t>
            </a:r>
            <a:r>
              <a:rPr dirty="0" sz="1200" spc="415">
                <a:latin typeface="Courier New"/>
                <a:cs typeface="Courier New"/>
                <a:hlinkClick r:id="rId11" action="ppaction://hlinksldjump"/>
              </a:rPr>
              <a:t> </a:t>
            </a:r>
            <a:r>
              <a:rPr dirty="0" sz="1200" spc="-10">
                <a:latin typeface="Times New Roman"/>
                <a:cs typeface="Times New Roman"/>
                <a:hlinkClick r:id="rId11" action="ppaction://hlinksldjump"/>
              </a:rPr>
              <a:t>METHODOLOGY..........................................................................................</a:t>
            </a:r>
            <a:r>
              <a:rPr dirty="0" sz="1200" spc="-9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11" action="ppaction://hlinksldjump"/>
              </a:rPr>
              <a:t>13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  <a:hlinkClick r:id="rId12" action="ppaction://hlinksldjump"/>
              </a:rPr>
              <a:t>CHAPTER</a:t>
            </a:r>
            <a:r>
              <a:rPr dirty="0" sz="1200" spc="385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2" action="ppaction://hlinksldjump"/>
              </a:rPr>
              <a:t>4</a:t>
            </a:r>
            <a:r>
              <a:rPr dirty="0" sz="1200">
                <a:latin typeface="Courier New"/>
                <a:cs typeface="Courier New"/>
                <a:hlinkClick r:id="rId12" action="ppaction://hlinksldjump"/>
              </a:rPr>
              <a:t>:</a:t>
            </a:r>
            <a:r>
              <a:rPr dirty="0" sz="1200" spc="-35">
                <a:latin typeface="Courier New"/>
                <a:cs typeface="Courier New"/>
                <a:hlinkClick r:id="rId12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2" action="ppaction://hlinksldjump"/>
              </a:rPr>
              <a:t>PROJECT</a:t>
            </a:r>
            <a:r>
              <a:rPr dirty="0" sz="1200" spc="-10">
                <a:latin typeface="Times New Roman"/>
                <a:cs typeface="Times New Roman"/>
                <a:hlinkClick r:id="rId12" action="ppaction://hlinksldjump"/>
              </a:rPr>
              <a:t> SCHEDULE</a:t>
            </a:r>
            <a:r>
              <a:rPr dirty="0" sz="1200" spc="-16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2" action="ppaction://hlinksldjump"/>
              </a:rPr>
              <a:t>..................................................................................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12" action="ppaction://hlinksldjump"/>
              </a:rPr>
              <a:t>14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  <a:hlinkClick r:id="rId12" action="ppaction://hlinksldjump"/>
              </a:rPr>
              <a:t>CHAPTER</a:t>
            </a:r>
            <a:r>
              <a:rPr dirty="0" sz="1200" spc="39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2" action="ppaction://hlinksldjump"/>
              </a:rPr>
              <a:t>5</a:t>
            </a:r>
            <a:r>
              <a:rPr dirty="0" sz="1200">
                <a:latin typeface="Courier New"/>
                <a:cs typeface="Courier New"/>
                <a:hlinkClick r:id="rId12" action="ppaction://hlinksldjump"/>
              </a:rPr>
              <a:t>:</a:t>
            </a:r>
            <a:r>
              <a:rPr dirty="0" sz="1200" spc="-30">
                <a:latin typeface="Courier New"/>
                <a:cs typeface="Courier New"/>
                <a:hlinkClick r:id="rId12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2" action="ppaction://hlinksldjump"/>
              </a:rPr>
              <a:t>SYSTEM</a:t>
            </a:r>
            <a:r>
              <a:rPr dirty="0" sz="1200" spc="-1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2" action="ppaction://hlinksldjump"/>
              </a:rPr>
              <a:t>MODELING...................................................................................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12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12" action="ppaction://hlinksldjump"/>
              </a:rPr>
              <a:t>16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  <a:hlinkClick r:id="rId13" action="ppaction://hlinksldjump"/>
              </a:rPr>
              <a:t>CHAPTER</a:t>
            </a:r>
            <a:r>
              <a:rPr dirty="0" sz="1200" spc="409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3" action="ppaction://hlinksldjump"/>
              </a:rPr>
              <a:t>6</a:t>
            </a:r>
            <a:r>
              <a:rPr dirty="0" sz="1200">
                <a:latin typeface="Courier New"/>
                <a:cs typeface="Courier New"/>
                <a:hlinkClick r:id="rId13" action="ppaction://hlinksldjump"/>
              </a:rPr>
              <a:t>:</a:t>
            </a:r>
            <a:r>
              <a:rPr dirty="0" sz="1200" spc="-10">
                <a:latin typeface="Courier New"/>
                <a:cs typeface="Courier New"/>
                <a:hlinkClick r:id="rId13" action="ppaction://hlinksldjump"/>
              </a:rPr>
              <a:t> </a:t>
            </a:r>
            <a:r>
              <a:rPr dirty="0" sz="1200" spc="-10">
                <a:latin typeface="Times New Roman"/>
                <a:cs typeface="Times New Roman"/>
                <a:hlinkClick r:id="rId13" action="ppaction://hlinksldjump"/>
              </a:rPr>
              <a:t>TESTING</a:t>
            </a:r>
            <a:r>
              <a:rPr dirty="0" sz="1200" spc="-16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3" action="ppaction://hlinksldjump"/>
              </a:rPr>
              <a:t>........................................................................................................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13" action="ppaction://hlinksldjump"/>
              </a:rPr>
              <a:t>21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algn="r" marR="10795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  <a:hlinkClick r:id="rId14" action="ppaction://hlinksldjump"/>
              </a:rPr>
              <a:t>CHAPTER</a:t>
            </a:r>
            <a:r>
              <a:rPr dirty="0" sz="1200" spc="31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4" action="ppaction://hlinksldjump"/>
              </a:rPr>
              <a:t>7</a:t>
            </a:r>
            <a:r>
              <a:rPr dirty="0" sz="1200">
                <a:latin typeface="Courier New"/>
                <a:cs typeface="Courier New"/>
                <a:hlinkClick r:id="rId14" action="ppaction://hlinksldjump"/>
              </a:rPr>
              <a:t>:</a:t>
            </a:r>
            <a:r>
              <a:rPr dirty="0" sz="1200" spc="5">
                <a:latin typeface="Courier New"/>
                <a:cs typeface="Courier New"/>
                <a:hlinkClick r:id="rId14" action="ppaction://hlinksldjump"/>
              </a:rPr>
              <a:t> </a:t>
            </a:r>
            <a:r>
              <a:rPr dirty="0" sz="1200" spc="-10">
                <a:latin typeface="Times New Roman"/>
                <a:cs typeface="Times New Roman"/>
                <a:hlinkClick r:id="rId14" action="ppaction://hlinksldjump"/>
              </a:rPr>
              <a:t>CONCLUSION</a:t>
            </a:r>
            <a:r>
              <a:rPr dirty="0" sz="1200" spc="-75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200">
                <a:latin typeface="Times New Roman"/>
                <a:cs typeface="Times New Roman"/>
                <a:hlinkClick r:id="rId14" action="ppaction://hlinksldjump"/>
              </a:rPr>
              <a:t>...............................................................................................</a:t>
            </a:r>
            <a:r>
              <a:rPr dirty="0" sz="1200" spc="-170"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dirty="0" sz="1200" spc="-25">
                <a:latin typeface="Times New Roman"/>
                <a:cs typeface="Times New Roman"/>
                <a:hlinkClick r:id="rId14" action="ppaction://hlinksldjump"/>
              </a:rPr>
              <a:t>22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Times New Roman"/>
                <a:cs typeface="Times New Roman"/>
              </a:rPr>
              <a:t>REFERENCE</a:t>
            </a:r>
            <a:r>
              <a:rPr dirty="0" sz="1200" spc="-10">
                <a:latin typeface="Courier New"/>
                <a:cs typeface="Courier New"/>
              </a:rPr>
              <a:t>…………………………………</a:t>
            </a:r>
            <a:r>
              <a:rPr dirty="0" sz="1200" spc="-10">
                <a:latin typeface="Nirmala UI"/>
                <a:cs typeface="Nirmala UI"/>
              </a:rPr>
              <a:t>..............................................</a:t>
            </a:r>
            <a:r>
              <a:rPr dirty="0" sz="1200" spc="-10">
                <a:latin typeface="Courier New"/>
                <a:cs typeface="Courier New"/>
              </a:rPr>
              <a:t>……………………………</a:t>
            </a:r>
            <a:r>
              <a:rPr dirty="0" sz="1200" spc="-10">
                <a:latin typeface="Nirmala UI"/>
                <a:cs typeface="Nirmala UI"/>
              </a:rPr>
              <a:t>...............................</a:t>
            </a:r>
            <a:r>
              <a:rPr dirty="0" sz="1200" spc="85">
                <a:latin typeface="Nirmala UI"/>
                <a:cs typeface="Nirmala UI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23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Times New Roman"/>
                <a:cs typeface="Times New Roman"/>
              </a:rPr>
              <a:t>APPENDIX</a:t>
            </a:r>
            <a:r>
              <a:rPr dirty="0" sz="1200" spc="-10">
                <a:latin typeface="Courier New"/>
                <a:cs typeface="Courier New"/>
              </a:rPr>
              <a:t>…………………………………………………………………………………</a:t>
            </a:r>
            <a:r>
              <a:rPr dirty="0" sz="1200" spc="-10">
                <a:latin typeface="Nirmala UI"/>
                <a:cs typeface="Nirmala UI"/>
              </a:rPr>
              <a:t>..............................................................</a:t>
            </a:r>
            <a:r>
              <a:rPr dirty="0" sz="1200" spc="415">
                <a:latin typeface="Nirmala UI"/>
                <a:cs typeface="Nirmala UI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24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2593975" y="984249"/>
            <a:ext cx="266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CHAPTER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</a:t>
            </a:r>
            <a:r>
              <a:rPr dirty="0" sz="1400" b="1">
                <a:latin typeface="Courier New"/>
                <a:cs typeface="Courier New"/>
              </a:rPr>
              <a:t>:</a:t>
            </a:r>
            <a:r>
              <a:rPr dirty="0" sz="1400" spc="-55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5948" y="1761489"/>
            <a:ext cx="5643880" cy="71526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8415" marR="8255">
              <a:lnSpc>
                <a:spcPct val="146700"/>
              </a:lnSpc>
              <a:spcBef>
                <a:spcPts val="120"/>
              </a:spcBef>
            </a:pP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online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digital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solution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designed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manage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students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educational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institutions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26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provides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overview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system, </a:t>
            </a:r>
            <a:r>
              <a:rPr dirty="0" sz="1200">
                <a:latin typeface="Times New Roman"/>
                <a:cs typeface="Times New Roman"/>
              </a:rPr>
              <a:t>including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background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information,</a:t>
            </a:r>
            <a:r>
              <a:rPr dirty="0" sz="1200" spc="4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statement</a:t>
            </a:r>
            <a:r>
              <a:rPr dirty="0" sz="1200" spc="43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problem,</a:t>
            </a:r>
            <a:r>
              <a:rPr dirty="0" sz="1200" spc="4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objectives,</a:t>
            </a:r>
            <a:r>
              <a:rPr dirty="0" sz="1200" spc="43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scope, </a:t>
            </a:r>
            <a:r>
              <a:rPr dirty="0" sz="1200">
                <a:latin typeface="Times New Roman"/>
                <a:cs typeface="Times New Roman"/>
              </a:rPr>
              <a:t>limitations,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literature</a:t>
            </a:r>
            <a:r>
              <a:rPr dirty="0" sz="1200" spc="3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review,</a:t>
            </a:r>
            <a:r>
              <a:rPr dirty="0" sz="1200" spc="3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methodology</a:t>
            </a:r>
            <a:r>
              <a:rPr dirty="0" sz="1200" spc="3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3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implementation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200">
              <a:latin typeface="Courier New"/>
              <a:cs typeface="Courier New"/>
            </a:endParaRPr>
          </a:p>
          <a:p>
            <a:pPr lvl="1" marL="354330" indent="-341630">
              <a:lnSpc>
                <a:spcPct val="100000"/>
              </a:lnSpc>
              <a:buFont typeface="Times New Roman"/>
              <a:buAutoNum type="arabicPeriod"/>
              <a:tabLst>
                <a:tab pos="35433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Background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15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algn="just" lvl="2" marL="363855" indent="-227965">
              <a:lnSpc>
                <a:spcPct val="100000"/>
              </a:lnSpc>
              <a:buFont typeface="Symbol"/>
              <a:buChar char=""/>
              <a:tabLst>
                <a:tab pos="363855" algn="l"/>
              </a:tabLst>
            </a:pPr>
            <a:r>
              <a:rPr dirty="0" sz="1200" spc="-10">
                <a:latin typeface="Times New Roman"/>
                <a:cs typeface="Times New Roman"/>
              </a:rPr>
              <a:t>Social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Aspects</a:t>
            </a:r>
            <a:endParaRPr sz="1200">
              <a:latin typeface="Times New Roman"/>
              <a:cs typeface="Times New Roman"/>
            </a:endParaRPr>
          </a:p>
          <a:p>
            <a:pPr algn="just" marL="478790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today's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educational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system,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there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growing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importance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integration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of</a:t>
            </a:r>
            <a:endParaRPr sz="1200">
              <a:latin typeface="Times New Roman"/>
              <a:cs typeface="Times New Roman"/>
            </a:endParaRPr>
          </a:p>
          <a:p>
            <a:pPr algn="just" marL="478790" marR="5080">
              <a:lnSpc>
                <a:spcPct val="147500"/>
              </a:lnSpc>
              <a:spcBef>
                <a:spcPts val="10"/>
              </a:spcBef>
            </a:pPr>
            <a:r>
              <a:rPr dirty="0" sz="1200">
                <a:latin typeface="Times New Roman"/>
                <a:cs typeface="Times New Roman"/>
              </a:rPr>
              <a:t>technology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experiences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simplify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administrative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tasks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increasing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digital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platforms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education has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made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essential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institutions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adopt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managing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including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algn="just" marL="478790" marR="5715">
              <a:lnSpc>
                <a:spcPct val="148300"/>
              </a:lnSpc>
              <a:spcBef>
                <a:spcPts val="40"/>
              </a:spcBef>
            </a:pP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offering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user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 spc="-10">
                <a:latin typeface="Times New Roman"/>
                <a:cs typeface="Times New Roman"/>
              </a:rPr>
              <a:t>friendly interface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aligns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students'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teachers'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familiarity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digital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60">
                <a:latin typeface="Courier New"/>
                <a:cs typeface="Courier New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also </a:t>
            </a:r>
            <a:r>
              <a:rPr dirty="0" sz="1200">
                <a:latin typeface="Times New Roman"/>
                <a:cs typeface="Times New Roman"/>
              </a:rPr>
              <a:t>fosters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2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culture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accountability</a:t>
            </a:r>
            <a:r>
              <a:rPr dirty="0" sz="1200" spc="2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punctuality</a:t>
            </a:r>
            <a:r>
              <a:rPr dirty="0" sz="1200" spc="2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among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students,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they</a:t>
            </a:r>
            <a:r>
              <a:rPr dirty="0" sz="1200" spc="2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are </a:t>
            </a:r>
            <a:r>
              <a:rPr dirty="0" sz="1200">
                <a:latin typeface="Times New Roman"/>
                <a:cs typeface="Times New Roman"/>
              </a:rPr>
              <a:t>regularly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reminded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automated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notifications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algn="just" lvl="2" marL="363855" indent="-227965">
              <a:lnSpc>
                <a:spcPct val="100000"/>
              </a:lnSpc>
              <a:spcBef>
                <a:spcPts val="755"/>
              </a:spcBef>
              <a:buFont typeface="Symbol"/>
              <a:buChar char=""/>
              <a:tabLst>
                <a:tab pos="363855" algn="l"/>
              </a:tabLst>
            </a:pPr>
            <a:r>
              <a:rPr dirty="0" sz="1200" spc="-10">
                <a:latin typeface="Times New Roman"/>
                <a:cs typeface="Times New Roman"/>
              </a:rPr>
              <a:t>Economic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Aspects</a:t>
            </a:r>
            <a:endParaRPr sz="1200">
              <a:latin typeface="Times New Roman"/>
              <a:cs typeface="Times New Roman"/>
            </a:endParaRPr>
          </a:p>
          <a:p>
            <a:pPr algn="just" marL="478790" marR="8890">
              <a:lnSpc>
                <a:spcPts val="2150"/>
              </a:lnSpc>
              <a:spcBef>
                <a:spcPts val="90"/>
              </a:spcBef>
            </a:pPr>
            <a:r>
              <a:rPr dirty="0" sz="1200">
                <a:latin typeface="Times New Roman"/>
                <a:cs typeface="Times New Roman"/>
              </a:rPr>
              <a:t>Implementing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lead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significant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cost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savings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for </a:t>
            </a:r>
            <a:r>
              <a:rPr dirty="0" sz="1200">
                <a:latin typeface="Times New Roman"/>
                <a:cs typeface="Times New Roman"/>
              </a:rPr>
              <a:t>educational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institutions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40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Traditional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tracking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often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involve</a:t>
            </a:r>
            <a:endParaRPr sz="1200">
              <a:latin typeface="Times New Roman"/>
              <a:cs typeface="Times New Roman"/>
            </a:endParaRPr>
          </a:p>
          <a:p>
            <a:pPr algn="just" marL="478790">
              <a:lnSpc>
                <a:spcPct val="100000"/>
              </a:lnSpc>
              <a:spcBef>
                <a:spcPts val="540"/>
              </a:spcBef>
            </a:pPr>
            <a:r>
              <a:rPr dirty="0" sz="1200" spc="-10">
                <a:latin typeface="Times New Roman"/>
                <a:cs typeface="Times New Roman"/>
              </a:rPr>
              <a:t>paper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17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systems,</a:t>
            </a:r>
            <a:r>
              <a:rPr dirty="0" sz="1200" spc="17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17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incur</a:t>
            </a:r>
            <a:r>
              <a:rPr dirty="0" sz="1200" spc="17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costs</a:t>
            </a:r>
            <a:r>
              <a:rPr dirty="0" sz="1200" spc="17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related</a:t>
            </a:r>
            <a:r>
              <a:rPr dirty="0" sz="1200" spc="17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7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printing,</a:t>
            </a:r>
            <a:r>
              <a:rPr dirty="0" sz="1200" spc="17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storage,</a:t>
            </a:r>
            <a:r>
              <a:rPr dirty="0" sz="1200" spc="180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algn="just" marL="478790" marR="6350">
              <a:lnSpc>
                <a:spcPct val="149300"/>
              </a:lnSpc>
              <a:spcBef>
                <a:spcPts val="25"/>
              </a:spcBef>
            </a:pPr>
            <a:r>
              <a:rPr dirty="0" sz="1200">
                <a:latin typeface="Times New Roman"/>
                <a:cs typeface="Times New Roman"/>
              </a:rPr>
              <a:t>administrative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labor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9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transitioning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system,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institutions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reduce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expenses</a:t>
            </a:r>
            <a:r>
              <a:rPr dirty="0" sz="1200" spc="114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2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allocate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resources</a:t>
            </a:r>
            <a:r>
              <a:rPr dirty="0" sz="1200" spc="114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12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effectively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5">
                <a:latin typeface="Courier New"/>
                <a:cs typeface="Courier New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Additionally,</a:t>
            </a:r>
            <a:r>
              <a:rPr dirty="0" sz="1200" spc="114">
                <a:latin typeface="Times New Roman"/>
                <a:cs typeface="Times New Roman"/>
              </a:rPr>
              <a:t> 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 spc="-10">
                <a:latin typeface="Times New Roman"/>
                <a:cs typeface="Times New Roman"/>
              </a:rPr>
              <a:t>automation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management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minimizes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entry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reduces</a:t>
            </a:r>
            <a:r>
              <a:rPr dirty="0" sz="1200" spc="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risk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errors,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thereby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improving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overall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operational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efficiency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235">
                <a:latin typeface="Courier New"/>
                <a:cs typeface="Courier New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initial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investment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deploying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offset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long</a:t>
            </a:r>
            <a:r>
              <a:rPr dirty="0" sz="1200">
                <a:latin typeface="Courier New"/>
                <a:cs typeface="Courier New"/>
              </a:rPr>
              <a:t>-</a:t>
            </a:r>
            <a:r>
              <a:rPr dirty="0" sz="1200" spc="-20">
                <a:latin typeface="Times New Roman"/>
                <a:cs typeface="Times New Roman"/>
              </a:rPr>
              <a:t>term </a:t>
            </a:r>
            <a:r>
              <a:rPr dirty="0" sz="1200">
                <a:latin typeface="Times New Roman"/>
                <a:cs typeface="Times New Roman"/>
              </a:rPr>
              <a:t>savings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increased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productivity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provides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1215948" y="917193"/>
            <a:ext cx="5641340" cy="652335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just" marL="363855" indent="-227965">
              <a:lnSpc>
                <a:spcPct val="100000"/>
              </a:lnSpc>
              <a:spcBef>
                <a:spcPts val="710"/>
              </a:spcBef>
              <a:buFont typeface="Symbol"/>
              <a:buChar char=""/>
              <a:tabLst>
                <a:tab pos="363855" algn="l"/>
              </a:tabLst>
            </a:pPr>
            <a:r>
              <a:rPr dirty="0" sz="1200" spc="-10">
                <a:latin typeface="Times New Roman"/>
                <a:cs typeface="Times New Roman"/>
              </a:rPr>
              <a:t>Geographical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Aspects</a:t>
            </a:r>
            <a:endParaRPr sz="1200">
              <a:latin typeface="Times New Roman"/>
              <a:cs typeface="Times New Roman"/>
            </a:endParaRPr>
          </a:p>
          <a:p>
            <a:pPr algn="just" marL="478790">
              <a:lnSpc>
                <a:spcPct val="100000"/>
              </a:lnSpc>
              <a:spcBef>
                <a:spcPts val="615"/>
              </a:spcBef>
            </a:pPr>
            <a:r>
              <a:rPr dirty="0" sz="1200" spc="-20">
                <a:latin typeface="Times New Roman"/>
                <a:cs typeface="Times New Roman"/>
              </a:rPr>
              <a:t>Geographically,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online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particularly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beneficial 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institutions</a:t>
            </a:r>
            <a:endParaRPr sz="1200">
              <a:latin typeface="Times New Roman"/>
              <a:cs typeface="Times New Roman"/>
            </a:endParaRPr>
          </a:p>
          <a:p>
            <a:pPr algn="just" marL="478790" marR="5080">
              <a:lnSpc>
                <a:spcPct val="146700"/>
              </a:lnSpc>
              <a:spcBef>
                <a:spcPts val="35"/>
              </a:spcBef>
            </a:pP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multiple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campuses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those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located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remote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areas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7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centralized </a:t>
            </a:r>
            <a:r>
              <a:rPr dirty="0" sz="1200">
                <a:latin typeface="Times New Roman"/>
                <a:cs typeface="Times New Roman"/>
              </a:rPr>
              <a:t>management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enabling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administrators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monitor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analyze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patterns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across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locations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rural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or </a:t>
            </a:r>
            <a:r>
              <a:rPr dirty="0" sz="1200">
                <a:latin typeface="Times New Roman"/>
                <a:cs typeface="Times New Roman"/>
              </a:rPr>
              <a:t>remote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areas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limited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physical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campuses,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provides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a </a:t>
            </a:r>
            <a:r>
              <a:rPr dirty="0" sz="1200">
                <a:latin typeface="Times New Roman"/>
                <a:cs typeface="Times New Roman"/>
              </a:rPr>
              <a:t>convenient</a:t>
            </a:r>
            <a:r>
              <a:rPr dirty="0" sz="1200" spc="40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way</a:t>
            </a:r>
            <a:r>
              <a:rPr dirty="0" sz="1200" spc="3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participate</a:t>
            </a:r>
            <a:r>
              <a:rPr dirty="0" sz="1200" spc="4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classes</a:t>
            </a:r>
            <a:r>
              <a:rPr dirty="0" sz="1200" spc="4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recorded </a:t>
            </a:r>
            <a:r>
              <a:rPr dirty="0" sz="1200">
                <a:latin typeface="Times New Roman"/>
                <a:cs typeface="Times New Roman"/>
              </a:rPr>
              <a:t>accurately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30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Furthermore,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accessed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location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 </a:t>
            </a:r>
            <a:r>
              <a:rPr dirty="0" sz="1200">
                <a:latin typeface="Times New Roman"/>
                <a:cs typeface="Times New Roman"/>
              </a:rPr>
              <a:t>internet</a:t>
            </a:r>
            <a:r>
              <a:rPr dirty="0" sz="1200" spc="3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connection,</a:t>
            </a:r>
            <a:r>
              <a:rPr dirty="0" sz="1200" spc="3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making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3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versatile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adaptable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3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various</a:t>
            </a:r>
            <a:r>
              <a:rPr dirty="0" sz="1200" spc="3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geographical settings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1.2.</a:t>
            </a:r>
            <a:r>
              <a:rPr dirty="0" sz="1400" spc="2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Statement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Problem</a:t>
            </a:r>
            <a:endParaRPr sz="1400">
              <a:latin typeface="Times New Roman"/>
              <a:cs typeface="Times New Roman"/>
            </a:endParaRPr>
          </a:p>
          <a:p>
            <a:pPr marL="354965" marR="10160">
              <a:lnSpc>
                <a:spcPct val="143300"/>
              </a:lnSpc>
              <a:spcBef>
                <a:spcPts val="1315"/>
              </a:spcBef>
            </a:pP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3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3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educational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institutions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present</a:t>
            </a:r>
            <a:r>
              <a:rPr dirty="0" sz="1200" spc="3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several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significant challenges:</a:t>
            </a:r>
            <a:endParaRPr sz="1200">
              <a:latin typeface="Times New Roman"/>
              <a:cs typeface="Times New Roman"/>
            </a:endParaRPr>
          </a:p>
          <a:p>
            <a:pPr marL="364490" marR="7620" indent="-228600">
              <a:lnSpc>
                <a:spcPct val="143300"/>
              </a:lnSpc>
              <a:spcBef>
                <a:spcPts val="95"/>
              </a:spcBef>
              <a:buFont typeface="Symbol"/>
              <a:buChar char=""/>
              <a:tabLst>
                <a:tab pos="364490" algn="l"/>
              </a:tabLst>
            </a:pPr>
            <a:r>
              <a:rPr dirty="0" sz="1200" spc="-10">
                <a:latin typeface="Times New Roman"/>
                <a:cs typeface="Times New Roman"/>
              </a:rPr>
              <a:t>Time-</a:t>
            </a:r>
            <a:r>
              <a:rPr dirty="0" sz="1200">
                <a:latin typeface="Times New Roman"/>
                <a:cs typeface="Times New Roman"/>
              </a:rPr>
              <a:t>consuming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prone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errors,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difficulties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maintaining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organizing records.</a:t>
            </a:r>
            <a:endParaRPr sz="1200">
              <a:latin typeface="Times New Roman"/>
              <a:cs typeface="Times New Roman"/>
            </a:endParaRPr>
          </a:p>
          <a:p>
            <a:pPr marL="364490" marR="10160" indent="-228600">
              <a:lnSpc>
                <a:spcPct val="142500"/>
              </a:lnSpc>
              <a:spcBef>
                <a:spcPts val="125"/>
              </a:spcBef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Susceptibility</a:t>
            </a:r>
            <a:r>
              <a:rPr dirty="0" sz="1200" spc="3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inaccuracies</a:t>
            </a:r>
            <a:r>
              <a:rPr dirty="0" sz="1200" spc="4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manipulation,</a:t>
            </a:r>
            <a:r>
              <a:rPr dirty="0" sz="1200" spc="3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challenging</a:t>
            </a:r>
            <a:r>
              <a:rPr dirty="0" sz="1200" spc="3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authenticity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of </a:t>
            </a:r>
            <a:r>
              <a:rPr dirty="0" sz="1200">
                <a:latin typeface="Times New Roman"/>
                <a:cs typeface="Times New Roman"/>
              </a:rPr>
              <a:t>recorded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attendance.</a:t>
            </a:r>
            <a:endParaRPr sz="1200">
              <a:latin typeface="Times New Roman"/>
              <a:cs typeface="Times New Roman"/>
            </a:endParaRPr>
          </a:p>
          <a:p>
            <a:pPr marL="364490" marR="6350" indent="-228600">
              <a:lnSpc>
                <a:spcPct val="142500"/>
              </a:lnSpc>
              <a:spcBef>
                <a:spcPts val="120"/>
              </a:spcBef>
              <a:buFont typeface="Symbol"/>
              <a:buChar char=""/>
              <a:tabLst>
                <a:tab pos="364490" algn="l"/>
              </a:tabLst>
            </a:pPr>
            <a:r>
              <a:rPr dirty="0" sz="1200" spc="-10">
                <a:latin typeface="Times New Roman"/>
                <a:cs typeface="Times New Roman"/>
              </a:rPr>
              <a:t>Significant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administrative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effort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compiling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analyzing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data, </a:t>
            </a:r>
            <a:r>
              <a:rPr dirty="0" sz="1200">
                <a:latin typeface="Times New Roman"/>
                <a:cs typeface="Times New Roman"/>
              </a:rPr>
              <a:t>leading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delays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reporting.</a:t>
            </a:r>
            <a:endParaRPr sz="1200">
              <a:latin typeface="Times New Roman"/>
              <a:cs typeface="Times New Roman"/>
            </a:endParaRPr>
          </a:p>
          <a:p>
            <a:pPr marL="364490" marR="8255" indent="-228600">
              <a:lnSpc>
                <a:spcPct val="143300"/>
              </a:lnSpc>
              <a:spcBef>
                <a:spcPts val="105"/>
              </a:spcBef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Inability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monitor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time,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resulting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delays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identifying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addressing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absenteeism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  <a:p>
            <a:pPr marL="364490" marR="10160" indent="-228600">
              <a:lnSpc>
                <a:spcPct val="143300"/>
              </a:lnSpc>
              <a:spcBef>
                <a:spcPts val="100"/>
              </a:spcBef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struggle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scale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larger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institutions,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increasing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complexity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in </a:t>
            </a:r>
            <a:r>
              <a:rPr dirty="0" sz="1200">
                <a:latin typeface="Times New Roman"/>
                <a:cs typeface="Times New Roman"/>
              </a:rPr>
              <a:t>managing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across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multiple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classes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departments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1215948" y="982725"/>
            <a:ext cx="5642610" cy="692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354330" indent="-34163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3"/>
              <a:tabLst>
                <a:tab pos="35433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Objective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75"/>
              </a:spcBef>
              <a:buFont typeface="Times New Roman"/>
              <a:buAutoNum type="arabicPeriod" startAt="3"/>
            </a:pPr>
            <a:endParaRPr sz="1400">
              <a:latin typeface="Times New Roman"/>
              <a:cs typeface="Times New Roman"/>
            </a:endParaRPr>
          </a:p>
          <a:p>
            <a:pPr lvl="2" marL="364490" indent="-228600">
              <a:lnSpc>
                <a:spcPct val="100000"/>
              </a:lnSpc>
              <a:buSzPct val="92307"/>
              <a:buFont typeface="Symbol"/>
              <a:buChar char=""/>
              <a:tabLst>
                <a:tab pos="364490" algn="l"/>
              </a:tabLst>
            </a:pPr>
            <a:r>
              <a:rPr dirty="0" sz="1300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easy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 spc="-10">
                <a:latin typeface="Times New Roman"/>
                <a:cs typeface="Times New Roman"/>
              </a:rPr>
              <a:t>to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teachers,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admins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lvl="2" marL="364490" indent="-228600">
              <a:lnSpc>
                <a:spcPct val="100000"/>
              </a:lnSpc>
              <a:spcBef>
                <a:spcPts val="860"/>
              </a:spcBef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facilitate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easy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management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lvl="2" marL="364490" indent="-228600">
              <a:lnSpc>
                <a:spcPct val="100000"/>
              </a:lnSpc>
              <a:spcBef>
                <a:spcPts val="815"/>
              </a:spcBef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reminders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encourage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engagement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lvl="2">
              <a:lnSpc>
                <a:spcPct val="100000"/>
              </a:lnSpc>
              <a:spcBef>
                <a:spcPts val="960"/>
              </a:spcBef>
              <a:buFont typeface="Symbol"/>
              <a:buChar char=""/>
            </a:pPr>
            <a:endParaRPr sz="1200">
              <a:latin typeface="Courier New"/>
              <a:cs typeface="Courier New"/>
            </a:endParaRPr>
          </a:p>
          <a:p>
            <a:pPr lvl="1" marL="354330" indent="-341630">
              <a:lnSpc>
                <a:spcPct val="100000"/>
              </a:lnSpc>
              <a:buFont typeface="Times New Roman"/>
              <a:buAutoNum type="arabicPeriod" startAt="3"/>
              <a:tabLst>
                <a:tab pos="354330" algn="l"/>
              </a:tabLst>
            </a:pPr>
            <a:r>
              <a:rPr dirty="0" sz="1400" b="1">
                <a:latin typeface="Times New Roman"/>
                <a:cs typeface="Times New Roman"/>
              </a:rPr>
              <a:t>Scope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 </a:t>
            </a:r>
            <a:r>
              <a:rPr dirty="0" sz="1400" spc="-10" b="1">
                <a:latin typeface="Times New Roman"/>
                <a:cs typeface="Times New Roman"/>
              </a:rPr>
              <a:t>Project</a:t>
            </a:r>
            <a:endParaRPr sz="1400">
              <a:latin typeface="Times New Roman"/>
              <a:cs typeface="Times New Roman"/>
            </a:endParaRPr>
          </a:p>
          <a:p>
            <a:pPr lvl="2" marL="364490" marR="5080" indent="-228600">
              <a:lnSpc>
                <a:spcPct val="143300"/>
              </a:lnSpc>
              <a:spcBef>
                <a:spcPts val="1405"/>
              </a:spcBef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application: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will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accessible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from </a:t>
            </a:r>
            <a:r>
              <a:rPr dirty="0" sz="1200">
                <a:latin typeface="Times New Roman"/>
                <a:cs typeface="Times New Roman"/>
              </a:rPr>
              <a:t>various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devices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smartphones.</a:t>
            </a:r>
            <a:endParaRPr sz="1200">
              <a:latin typeface="Times New Roman"/>
              <a:cs typeface="Times New Roman"/>
            </a:endParaRPr>
          </a:p>
          <a:p>
            <a:pPr lvl="2" marL="364490" indent="-228600">
              <a:lnSpc>
                <a:spcPct val="100000"/>
              </a:lnSpc>
              <a:spcBef>
                <a:spcPts val="910"/>
              </a:spcBef>
              <a:buSzPct val="116666"/>
              <a:buFont typeface="Symbol"/>
              <a:buChar char=""/>
              <a:tabLst>
                <a:tab pos="364490" algn="l"/>
              </a:tabLst>
            </a:pPr>
            <a:r>
              <a:rPr dirty="0" sz="1200" spc="-10">
                <a:latin typeface="Times New Roman"/>
                <a:cs typeface="Times New Roman"/>
              </a:rPr>
              <a:t>Student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login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functionality: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Secure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authentication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students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mark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their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attendance.</a:t>
            </a:r>
            <a:endParaRPr sz="1200">
              <a:latin typeface="Times New Roman"/>
              <a:cs typeface="Times New Roman"/>
            </a:endParaRPr>
          </a:p>
          <a:p>
            <a:pPr lvl="2" marL="364490" indent="-228600">
              <a:lnSpc>
                <a:spcPct val="100000"/>
              </a:lnSpc>
              <a:spcBef>
                <a:spcPts val="925"/>
              </a:spcBef>
              <a:buSzPct val="116666"/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marking: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Options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automated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marking.</a:t>
            </a:r>
            <a:endParaRPr sz="1200">
              <a:latin typeface="Times New Roman"/>
              <a:cs typeface="Times New Roman"/>
            </a:endParaRPr>
          </a:p>
          <a:p>
            <a:pPr lvl="2" marL="364490" marR="6350" indent="-228600">
              <a:lnSpc>
                <a:spcPct val="144200"/>
              </a:lnSpc>
              <a:spcBef>
                <a:spcPts val="275"/>
              </a:spcBef>
              <a:buSzPct val="116666"/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Email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notifications: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Automated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emails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notify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students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administrators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about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records.</a:t>
            </a:r>
            <a:endParaRPr sz="1200">
              <a:latin typeface="Times New Roman"/>
              <a:cs typeface="Times New Roman"/>
            </a:endParaRPr>
          </a:p>
          <a:p>
            <a:pPr lvl="2" marL="364490" marR="7620" indent="-228600">
              <a:lnSpc>
                <a:spcPct val="143300"/>
              </a:lnSpc>
              <a:spcBef>
                <a:spcPts val="290"/>
              </a:spcBef>
              <a:buSzPct val="116666"/>
              <a:buFont typeface="Symbol"/>
              <a:buChar char=""/>
              <a:tabLst>
                <a:tab pos="364490" algn="l"/>
              </a:tabLst>
            </a:pPr>
            <a:r>
              <a:rPr dirty="0" sz="1200">
                <a:latin typeface="Times New Roman"/>
                <a:cs typeface="Times New Roman"/>
              </a:rPr>
              <a:t>Admin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panel: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teachers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administrators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generate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reports.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90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lvl="1" marL="354330" indent="-341630">
              <a:lnSpc>
                <a:spcPct val="100000"/>
              </a:lnSpc>
              <a:buFont typeface="Times New Roman"/>
              <a:buAutoNum type="arabicPeriod" startAt="3"/>
              <a:tabLst>
                <a:tab pos="35433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Limitation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75"/>
              </a:spcBef>
              <a:buFont typeface="Times New Roman"/>
              <a:buAutoNum type="arabicPeriod" startAt="3"/>
            </a:pPr>
            <a:endParaRPr sz="1400">
              <a:latin typeface="Times New Roman"/>
              <a:cs typeface="Times New Roman"/>
            </a:endParaRPr>
          </a:p>
          <a:p>
            <a:pPr lvl="2" marL="250190" indent="-228600">
              <a:lnSpc>
                <a:spcPct val="100000"/>
              </a:lnSpc>
              <a:buFont typeface="Symbol"/>
              <a:buChar char=""/>
              <a:tabLst>
                <a:tab pos="250190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needs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reliable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connection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function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properly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algn="just" lvl="2" marL="249554" indent="-227965">
              <a:lnSpc>
                <a:spcPct val="100000"/>
              </a:lnSpc>
              <a:spcBef>
                <a:spcPts val="815"/>
              </a:spcBef>
              <a:buFont typeface="Symbol"/>
              <a:buChar char=""/>
              <a:tabLst>
                <a:tab pos="249554" algn="l"/>
              </a:tabLst>
            </a:pPr>
            <a:r>
              <a:rPr dirty="0" sz="1200">
                <a:latin typeface="Times New Roman"/>
                <a:cs typeface="Times New Roman"/>
              </a:rPr>
              <a:t>Areas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poor </a:t>
            </a:r>
            <a:r>
              <a:rPr dirty="0" sz="1200" spc="-10">
                <a:latin typeface="Times New Roman"/>
                <a:cs typeface="Times New Roman"/>
              </a:rPr>
              <a:t>connectivity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experience</a:t>
            </a:r>
            <a:r>
              <a:rPr dirty="0" sz="1200" spc="-10">
                <a:latin typeface="Times New Roman"/>
                <a:cs typeface="Times New Roman"/>
              </a:rPr>
              <a:t> limitations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algn="just" lvl="2" marL="250190" marR="655320" indent="-228600">
              <a:lnSpc>
                <a:spcPct val="147100"/>
              </a:lnSpc>
              <a:spcBef>
                <a:spcPts val="150"/>
              </a:spcBef>
              <a:buFont typeface="Symbol"/>
              <a:buChar char=""/>
              <a:tabLst>
                <a:tab pos="250190" algn="l"/>
              </a:tabLst>
            </a:pPr>
            <a:r>
              <a:rPr dirty="0" sz="1200">
                <a:latin typeface="Times New Roman"/>
                <a:cs typeface="Times New Roman"/>
              </a:rPr>
              <a:t>Initial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Setup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Cost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140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There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upfront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costs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associated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developing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launching</a:t>
            </a:r>
            <a:r>
              <a:rPr dirty="0" sz="1200" spc="3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system,</a:t>
            </a:r>
            <a:r>
              <a:rPr dirty="0" sz="1200" spc="3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3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might</a:t>
            </a:r>
            <a:r>
              <a:rPr dirty="0" sz="1200" spc="3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pose</a:t>
            </a:r>
            <a:r>
              <a:rPr dirty="0" sz="1200" spc="3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financial</a:t>
            </a:r>
            <a:r>
              <a:rPr dirty="0" sz="1200" spc="3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challenges</a:t>
            </a:r>
            <a:r>
              <a:rPr dirty="0" sz="1200" spc="3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36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some </a:t>
            </a:r>
            <a:r>
              <a:rPr dirty="0" sz="1200" spc="-10">
                <a:latin typeface="Times New Roman"/>
                <a:cs typeface="Times New Roman"/>
              </a:rPr>
              <a:t>institutions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algn="just" lvl="2" marL="250190" marR="655955" indent="-228600">
              <a:lnSpc>
                <a:spcPct val="150800"/>
              </a:lnSpc>
              <a:spcBef>
                <a:spcPts val="90"/>
              </a:spcBef>
              <a:buFont typeface="Symbol"/>
              <a:buChar char=""/>
              <a:tabLst>
                <a:tab pos="250190" algn="l"/>
              </a:tabLst>
            </a:pP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Training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140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staff,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training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fully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grasp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utilize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effectively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2069338" y="1321053"/>
            <a:ext cx="30676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CHAPTER</a:t>
            </a:r>
            <a:r>
              <a:rPr dirty="0" sz="1600" spc="49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2</a:t>
            </a:r>
            <a:r>
              <a:rPr dirty="0" sz="1600" b="1">
                <a:latin typeface="Courier New"/>
                <a:cs typeface="Courier New"/>
              </a:rPr>
              <a:t>:</a:t>
            </a:r>
            <a:r>
              <a:rPr dirty="0" sz="1600" spc="-55" b="1">
                <a:latin typeface="Courier New"/>
                <a:cs typeface="Courier New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Literature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Review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01241" y="2256789"/>
            <a:ext cx="5558155" cy="202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2.1</a:t>
            </a:r>
            <a:r>
              <a:rPr dirty="0" sz="1400" spc="37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</a:t>
            </a:r>
            <a:r>
              <a:rPr dirty="0" sz="1400" b="1">
                <a:latin typeface="Times New Roman"/>
                <a:cs typeface="Times New Roman"/>
              </a:rPr>
              <a:t>reliminary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Study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48900"/>
              </a:lnSpc>
              <a:spcBef>
                <a:spcPts val="122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preliminary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investigation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looked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whether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would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possible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 spc="-10">
                <a:latin typeface="Times New Roman"/>
                <a:cs typeface="Times New Roman"/>
              </a:rPr>
              <a:t>develop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online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educational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institutions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100">
                <a:latin typeface="Courier New"/>
                <a:cs typeface="Courier New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This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involved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examining </a:t>
            </a:r>
            <a:r>
              <a:rPr dirty="0" sz="1200">
                <a:latin typeface="Times New Roman"/>
                <a:cs typeface="Times New Roman"/>
              </a:rPr>
              <a:t>existing</a:t>
            </a:r>
            <a:r>
              <a:rPr dirty="0" sz="1200" spc="14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15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tracking</a:t>
            </a:r>
            <a:r>
              <a:rPr dirty="0" sz="1200" spc="14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methods,</a:t>
            </a:r>
            <a:r>
              <a:rPr dirty="0" sz="1200" spc="15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identifying</a:t>
            </a:r>
            <a:r>
              <a:rPr dirty="0" sz="1200" spc="15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challenges</a:t>
            </a:r>
            <a:r>
              <a:rPr dirty="0" sz="1200" spc="15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faced</a:t>
            </a:r>
            <a:r>
              <a:rPr dirty="0" sz="1200" spc="16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135">
                <a:latin typeface="Times New Roman"/>
                <a:cs typeface="Times New Roman"/>
              </a:rPr>
              <a:t>  </a:t>
            </a:r>
            <a:r>
              <a:rPr dirty="0" sz="1200" spc="-10">
                <a:latin typeface="Times New Roman"/>
                <a:cs typeface="Times New Roman"/>
              </a:rPr>
              <a:t>teachers</a:t>
            </a:r>
            <a:r>
              <a:rPr dirty="0" sz="1200" spc="-10">
                <a:latin typeface="Courier New"/>
                <a:cs typeface="Courier New"/>
              </a:rPr>
              <a:t>. </a:t>
            </a:r>
            <a:r>
              <a:rPr dirty="0" sz="1200">
                <a:latin typeface="Times New Roman"/>
                <a:cs typeface="Times New Roman"/>
              </a:rPr>
              <a:t>Additionally,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study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considered</a:t>
            </a:r>
            <a:r>
              <a:rPr dirty="0" sz="1200" spc="1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factors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requirements,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security,</a:t>
            </a:r>
            <a:r>
              <a:rPr dirty="0" sz="1200" spc="1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scalability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6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insights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gained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will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decisions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effectively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01241" y="4913502"/>
            <a:ext cx="5556885" cy="4569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2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b="1">
                <a:latin typeface="Times New Roman"/>
                <a:cs typeface="Times New Roman"/>
              </a:rPr>
              <a:t>2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Similar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Tasks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49600"/>
              </a:lnSpc>
              <a:spcBef>
                <a:spcPts val="1320"/>
              </a:spcBef>
            </a:pPr>
            <a:r>
              <a:rPr dirty="0" sz="1200">
                <a:latin typeface="Times New Roman"/>
                <a:cs typeface="Times New Roman"/>
              </a:rPr>
              <a:t>Several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relevant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existing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reviewed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literature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review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phase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120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serve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valuable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references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understanding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scope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possibilities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domain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Notable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tasks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examined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include</a:t>
            </a:r>
            <a:r>
              <a:rPr dirty="0" sz="1200" spc="-10">
                <a:latin typeface="Courier New"/>
                <a:cs typeface="Courier New"/>
              </a:rPr>
              <a:t>:</a:t>
            </a:r>
            <a:endParaRPr sz="1200">
              <a:latin typeface="Courier New"/>
              <a:cs typeface="Courier New"/>
            </a:endParaRPr>
          </a:p>
          <a:p>
            <a:pPr marL="12700" marR="5715" indent="160020">
              <a:lnSpc>
                <a:spcPct val="150800"/>
              </a:lnSpc>
              <a:spcBef>
                <a:spcPts val="1200"/>
              </a:spcBef>
              <a:buFont typeface="Courier New"/>
              <a:buChar char="•"/>
              <a:tabLst>
                <a:tab pos="172720" algn="l"/>
              </a:tabLst>
            </a:pPr>
            <a:r>
              <a:rPr dirty="0" sz="1200" spc="-10">
                <a:latin typeface="Times New Roman"/>
                <a:cs typeface="Times New Roman"/>
              </a:rPr>
              <a:t>AttendEasy</a:t>
            </a:r>
            <a:r>
              <a:rPr dirty="0" sz="1200" spc="-10">
                <a:latin typeface="Courier New"/>
                <a:cs typeface="Courier New"/>
              </a:rPr>
              <a:t>:</a:t>
            </a:r>
            <a:r>
              <a:rPr dirty="0" sz="1200" spc="-114">
                <a:latin typeface="Courier New"/>
                <a:cs typeface="Courier New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online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attendance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designed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for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educational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institutions,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offering </a:t>
            </a:r>
            <a:r>
              <a:rPr dirty="0" sz="1200">
                <a:latin typeface="Times New Roman"/>
                <a:cs typeface="Times New Roman"/>
              </a:rPr>
              <a:t>features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customizable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reporting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12700" marR="5715" indent="201295">
              <a:lnSpc>
                <a:spcPct val="151000"/>
              </a:lnSpc>
              <a:spcBef>
                <a:spcPts val="1200"/>
              </a:spcBef>
              <a:buFont typeface="Courier New"/>
              <a:buChar char="•"/>
              <a:tabLst>
                <a:tab pos="213995" algn="l"/>
              </a:tabLst>
            </a:pPr>
            <a:r>
              <a:rPr dirty="0" sz="1200">
                <a:latin typeface="Times New Roman"/>
                <a:cs typeface="Times New Roman"/>
              </a:rPr>
              <a:t>ClassTrack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4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management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integrates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available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school </a:t>
            </a:r>
            <a:r>
              <a:rPr dirty="0" sz="1200">
                <a:latin typeface="Times New Roman"/>
                <a:cs typeface="Times New Roman"/>
              </a:rPr>
              <a:t>systems,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analysis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12700" marR="5080" indent="203200">
              <a:lnSpc>
                <a:spcPct val="150000"/>
              </a:lnSpc>
              <a:spcBef>
                <a:spcPts val="1210"/>
              </a:spcBef>
              <a:buFont typeface="Courier New"/>
              <a:buChar char="•"/>
              <a:tabLst>
                <a:tab pos="215900" algn="l"/>
              </a:tabLst>
            </a:pPr>
            <a:r>
              <a:rPr dirty="0" sz="1200">
                <a:latin typeface="Times New Roman"/>
                <a:cs typeface="Times New Roman"/>
              </a:rPr>
              <a:t>AttendancePro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8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cloud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tracking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tailored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schools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universities,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offering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biometric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authentication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predictive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analytics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algn="just" marL="12700" marR="5715">
              <a:lnSpc>
                <a:spcPct val="147800"/>
              </a:lnSpc>
              <a:spcBef>
                <a:spcPts val="117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literature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review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phase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provided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valuable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understanding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existing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research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projects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field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39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knowledge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serves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a </a:t>
            </a:r>
            <a:r>
              <a:rPr dirty="0" sz="1200">
                <a:latin typeface="Times New Roman"/>
                <a:cs typeface="Times New Roman"/>
              </a:rPr>
              <a:t>foundation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developing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project,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ensuring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meets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needs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educational </a:t>
            </a:r>
            <a:r>
              <a:rPr dirty="0" sz="1200">
                <a:latin typeface="Times New Roman"/>
                <a:cs typeface="Times New Roman"/>
              </a:rPr>
              <a:t>institutions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management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processes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20570" y="982725"/>
            <a:ext cx="31654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CHAPTER</a:t>
            </a:r>
            <a:r>
              <a:rPr dirty="0" sz="1600" spc="60" b="1">
                <a:latin typeface="Times New Roman"/>
                <a:cs typeface="Times New Roman"/>
              </a:rPr>
              <a:t>  </a:t>
            </a:r>
            <a:r>
              <a:rPr dirty="0" sz="1600" b="1">
                <a:latin typeface="Times New Roman"/>
                <a:cs typeface="Times New Roman"/>
              </a:rPr>
              <a:t>3</a:t>
            </a:r>
            <a:r>
              <a:rPr dirty="0" sz="1600" b="1">
                <a:latin typeface="Courier New"/>
                <a:cs typeface="Courier New"/>
              </a:rPr>
              <a:t>:</a:t>
            </a:r>
            <a:r>
              <a:rPr dirty="0" sz="1600" spc="-25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METHODOLOGY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6492" y="1842261"/>
            <a:ext cx="5862320" cy="361696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47500"/>
              </a:lnSpc>
              <a:spcBef>
                <a:spcPts val="7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Agile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methodology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well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suited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its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iterative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flexible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nature</a:t>
            </a:r>
            <a:r>
              <a:rPr dirty="0" sz="1200" spc="-10">
                <a:latin typeface="Courier New"/>
                <a:cs typeface="Courier New"/>
              </a:rPr>
              <a:t>.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approach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continuous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feedback,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quick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adjustments,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constant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improvement,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essential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effective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697865" marR="8255" indent="-228600">
              <a:lnSpc>
                <a:spcPct val="143500"/>
              </a:lnSpc>
              <a:spcBef>
                <a:spcPts val="1235"/>
              </a:spcBef>
              <a:buAutoNum type="arabicPeriod"/>
              <a:tabLst>
                <a:tab pos="697865" algn="l"/>
              </a:tabLst>
            </a:pPr>
            <a:r>
              <a:rPr dirty="0" sz="1200">
                <a:latin typeface="Times New Roman"/>
                <a:cs typeface="Times New Roman"/>
              </a:rPr>
              <a:t>Requirement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Gathering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Analysis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Meetings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stakeholders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understand </a:t>
            </a:r>
            <a:r>
              <a:rPr dirty="0" sz="1200">
                <a:latin typeface="Times New Roman"/>
                <a:cs typeface="Times New Roman"/>
              </a:rPr>
              <a:t>needs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gather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requirements.</a:t>
            </a:r>
            <a:endParaRPr sz="1200">
              <a:latin typeface="Times New Roman"/>
              <a:cs typeface="Times New Roman"/>
            </a:endParaRPr>
          </a:p>
          <a:p>
            <a:pPr marL="697865" marR="6350" indent="-228600">
              <a:lnSpc>
                <a:spcPct val="143300"/>
              </a:lnSpc>
              <a:spcBef>
                <a:spcPts val="10"/>
              </a:spcBef>
              <a:buAutoNum type="arabicPeriod"/>
              <a:tabLst>
                <a:tab pos="697865" algn="l"/>
              </a:tabLst>
            </a:pPr>
            <a:r>
              <a:rPr dirty="0" sz="1200">
                <a:latin typeface="Times New Roman"/>
                <a:cs typeface="Times New Roman"/>
              </a:rPr>
              <a:t>Planning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Breaking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down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tasks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creating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timeline.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Design </a:t>
            </a:r>
            <a:r>
              <a:rPr dirty="0" sz="1200">
                <a:latin typeface="Times New Roman"/>
                <a:cs typeface="Times New Roman"/>
              </a:rPr>
              <a:t>Creating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wireframes,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mockups,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architecture.</a:t>
            </a:r>
            <a:endParaRPr sz="1200">
              <a:latin typeface="Times New Roman"/>
              <a:cs typeface="Times New Roman"/>
            </a:endParaRPr>
          </a:p>
          <a:p>
            <a:pPr marL="697865" marR="6985" indent="-228600">
              <a:lnSpc>
                <a:spcPct val="143300"/>
              </a:lnSpc>
              <a:spcBef>
                <a:spcPts val="15"/>
              </a:spcBef>
              <a:buAutoNum type="arabicPeriod"/>
              <a:tabLst>
                <a:tab pos="697865" algn="l"/>
              </a:tabLst>
            </a:pP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Developing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iterative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sprints,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implementing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small </a:t>
            </a:r>
            <a:r>
              <a:rPr dirty="0" sz="1200">
                <a:latin typeface="Times New Roman"/>
                <a:cs typeface="Times New Roman"/>
              </a:rPr>
              <a:t>sections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697865" algn="l"/>
              </a:tabLst>
            </a:pPr>
            <a:r>
              <a:rPr dirty="0" sz="1200">
                <a:latin typeface="Times New Roman"/>
                <a:cs typeface="Times New Roman"/>
              </a:rPr>
              <a:t>Testing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Performing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various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ensure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functionality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requirements.</a:t>
            </a:r>
            <a:endParaRPr sz="1200">
              <a:latin typeface="Times New Roman"/>
              <a:cs typeface="Times New Roman"/>
            </a:endParaRPr>
          </a:p>
          <a:p>
            <a:pPr marL="697865" indent="-22860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697865" algn="l"/>
              </a:tabLst>
            </a:pPr>
            <a:r>
              <a:rPr dirty="0" sz="1200">
                <a:latin typeface="Times New Roman"/>
                <a:cs typeface="Times New Roman"/>
              </a:rPr>
              <a:t>Deployment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Deploying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world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training.</a:t>
            </a:r>
            <a:endParaRPr sz="1200">
              <a:latin typeface="Times New Roman"/>
              <a:cs typeface="Times New Roman"/>
            </a:endParaRPr>
          </a:p>
          <a:p>
            <a:pPr marL="697865" marR="6350" indent="-228600">
              <a:lnSpc>
                <a:spcPts val="2080"/>
              </a:lnSpc>
              <a:spcBef>
                <a:spcPts val="80"/>
              </a:spcBef>
              <a:buAutoNum type="arabicPeriod"/>
              <a:tabLst>
                <a:tab pos="697865" algn="l"/>
              </a:tabLst>
            </a:pPr>
            <a:r>
              <a:rPr dirty="0" sz="1200" spc="-10">
                <a:latin typeface="Times New Roman"/>
                <a:cs typeface="Times New Roman"/>
              </a:rPr>
              <a:t>Maintenance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Feedback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Collecting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feedback,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monitoring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performance,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making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updates.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53641" y="5979032"/>
            <a:ext cx="85534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Times New Roman"/>
                <a:cs typeface="Times New Roman"/>
              </a:rPr>
              <a:t>Flowchart</a:t>
            </a:r>
            <a:r>
              <a:rPr dirty="0" sz="1400" spc="-10">
                <a:latin typeface="Courier New"/>
                <a:cs typeface="Courier New"/>
              </a:rPr>
              <a:t>: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352" y="6855053"/>
            <a:ext cx="5410175" cy="676952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996492" y="982725"/>
            <a:ext cx="4693285" cy="8336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41325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CHAPTER</a:t>
            </a:r>
            <a:r>
              <a:rPr dirty="0" sz="1600" spc="49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4</a:t>
            </a:r>
            <a:r>
              <a:rPr dirty="0" sz="1600" b="1">
                <a:latin typeface="Courier New"/>
                <a:cs typeface="Courier New"/>
              </a:rPr>
              <a:t>:</a:t>
            </a:r>
            <a:r>
              <a:rPr dirty="0" sz="1600" spc="-65" b="1">
                <a:latin typeface="Courier New"/>
                <a:cs typeface="Courier New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Project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Schedule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Estimated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Timeline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-75">
                <a:latin typeface="Courier New"/>
                <a:cs typeface="Courier New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90Days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Phase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1</a:t>
            </a:r>
            <a:r>
              <a:rPr dirty="0" sz="1200" b="1">
                <a:latin typeface="Courier New"/>
                <a:cs typeface="Courier New"/>
              </a:rPr>
              <a:t>:</a:t>
            </a:r>
            <a:r>
              <a:rPr dirty="0" sz="1200" spc="-40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Project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Planning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Preparation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Courier New"/>
                <a:cs typeface="Courier New"/>
              </a:rPr>
              <a:t>(</a:t>
            </a:r>
            <a:r>
              <a:rPr dirty="0" sz="1200" b="1">
                <a:latin typeface="Times New Roman"/>
                <a:cs typeface="Times New Roman"/>
              </a:rPr>
              <a:t>12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days</a:t>
            </a:r>
            <a:r>
              <a:rPr dirty="0" sz="1200" spc="-10" b="1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6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Define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requirements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objectives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2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Conduct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gather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relevant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resources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timeline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Set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environment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tools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Finalize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prepare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Courier New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Courier New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Times New Roman"/>
                <a:cs typeface="Times New Roman"/>
              </a:rPr>
              <a:t>Phase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2</a:t>
            </a:r>
            <a:r>
              <a:rPr dirty="0" sz="1200" b="1">
                <a:latin typeface="Courier New"/>
                <a:cs typeface="Courier New"/>
              </a:rPr>
              <a:t>:</a:t>
            </a:r>
            <a:r>
              <a:rPr dirty="0" sz="1200" spc="-45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Design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Prototyping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Courier New"/>
                <a:cs typeface="Courier New"/>
              </a:rPr>
              <a:t>(</a:t>
            </a:r>
            <a:r>
              <a:rPr dirty="0" sz="1200" b="1">
                <a:latin typeface="Times New Roman"/>
                <a:cs typeface="Times New Roman"/>
              </a:rPr>
              <a:t>12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days</a:t>
            </a:r>
            <a:r>
              <a:rPr dirty="0" sz="1200" spc="-10" b="1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5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wireframes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interface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Develop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mockups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wireframes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Review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refine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stakeholders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clickable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prototypes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flows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Conduct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usability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prototypes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Courier New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Courier New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Phase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3</a:t>
            </a:r>
            <a:r>
              <a:rPr dirty="0" sz="1200" b="1">
                <a:latin typeface="Courier New"/>
                <a:cs typeface="Courier New"/>
              </a:rPr>
              <a:t>:</a:t>
            </a:r>
            <a:r>
              <a:rPr dirty="0" sz="1200" spc="-55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Development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Phase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1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Courier New"/>
                <a:cs typeface="Courier New"/>
              </a:rPr>
              <a:t>(</a:t>
            </a:r>
            <a:r>
              <a:rPr dirty="0" sz="1200" b="1">
                <a:latin typeface="Times New Roman"/>
                <a:cs typeface="Times New Roman"/>
              </a:rPr>
              <a:t>24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days</a:t>
            </a:r>
            <a:r>
              <a:rPr dirty="0" sz="1200" spc="-10" b="1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6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UI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Courier New"/>
                <a:cs typeface="Courier New"/>
              </a:rPr>
              <a:t>(</a:t>
            </a:r>
            <a:r>
              <a:rPr dirty="0" sz="1200" spc="-10">
                <a:latin typeface="Times New Roman"/>
                <a:cs typeface="Times New Roman"/>
              </a:rPr>
              <a:t>HTML</a:t>
            </a:r>
            <a:r>
              <a:rPr dirty="0" sz="1200" spc="-10">
                <a:latin typeface="Courier New"/>
                <a:cs typeface="Courier New"/>
              </a:rPr>
              <a:t>/</a:t>
            </a:r>
            <a:r>
              <a:rPr dirty="0" sz="1200" spc="-10">
                <a:latin typeface="Times New Roman"/>
                <a:cs typeface="Times New Roman"/>
              </a:rPr>
              <a:t>CSS</a:t>
            </a:r>
            <a:r>
              <a:rPr dirty="0" sz="1200" spc="-1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Build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Interactive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elements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3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Ensure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navigation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accessibility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Conduct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debugging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implemented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features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Address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issues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refine</a:t>
            </a:r>
            <a:r>
              <a:rPr dirty="0" sz="1200" spc="-10">
                <a:latin typeface="Times New Roman"/>
                <a:cs typeface="Times New Roman"/>
              </a:rPr>
              <a:t> codebase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buFont typeface="Courier New"/>
              <a:buChar char="•"/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Courier New"/>
              <a:buChar char="•"/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Phase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4</a:t>
            </a:r>
            <a:r>
              <a:rPr dirty="0" sz="1200" b="1">
                <a:latin typeface="Courier New"/>
                <a:cs typeface="Courier New"/>
              </a:rPr>
              <a:t>:</a:t>
            </a:r>
            <a:r>
              <a:rPr dirty="0" sz="1200" spc="-55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Development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Phase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2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Courier New"/>
                <a:cs typeface="Courier New"/>
              </a:rPr>
              <a:t>(</a:t>
            </a:r>
            <a:r>
              <a:rPr dirty="0" sz="1200" b="1">
                <a:latin typeface="Times New Roman"/>
                <a:cs typeface="Times New Roman"/>
              </a:rPr>
              <a:t>24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days</a:t>
            </a:r>
            <a:r>
              <a:rPr dirty="0" sz="1200" spc="-10" b="1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6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Handle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authentication,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side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 spc="-10">
                <a:latin typeface="Times New Roman"/>
                <a:cs typeface="Times New Roman"/>
              </a:rPr>
              <a:t>Validate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inputs,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execute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logic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3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records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3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Conduct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debugging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features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Address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issues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prepare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final</a:t>
            </a:r>
            <a:r>
              <a:rPr dirty="0" sz="1200" spc="-10">
                <a:latin typeface="Times New Roman"/>
                <a:cs typeface="Times New Roman"/>
              </a:rPr>
              <a:t> deployment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996492" y="987297"/>
            <a:ext cx="4319905" cy="1467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Phase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5</a:t>
            </a:r>
            <a:r>
              <a:rPr dirty="0" sz="1200" b="1">
                <a:latin typeface="Courier New"/>
                <a:cs typeface="Courier New"/>
              </a:rPr>
              <a:t>:</a:t>
            </a:r>
            <a:r>
              <a:rPr dirty="0" sz="1200" spc="-15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Finalization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Deployment </a:t>
            </a:r>
            <a:r>
              <a:rPr dirty="0" sz="1200" b="1">
                <a:latin typeface="Courier New"/>
                <a:cs typeface="Courier New"/>
              </a:rPr>
              <a:t>(</a:t>
            </a:r>
            <a:r>
              <a:rPr dirty="0" sz="1200" b="1">
                <a:latin typeface="Times New Roman"/>
                <a:cs typeface="Times New Roman"/>
              </a:rPr>
              <a:t>18</a:t>
            </a:r>
            <a:r>
              <a:rPr dirty="0" sz="1200" spc="-10" b="1">
                <a:latin typeface="Times New Roman"/>
                <a:cs typeface="Times New Roman"/>
              </a:rPr>
              <a:t> days</a:t>
            </a:r>
            <a:r>
              <a:rPr dirty="0" sz="1200" spc="-10" b="1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Finalize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conduct</a:t>
            </a:r>
            <a:r>
              <a:rPr dirty="0" sz="1200" spc="-10">
                <a:latin typeface="Times New Roman"/>
                <a:cs typeface="Times New Roman"/>
              </a:rPr>
              <a:t> comprehensive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720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Prepare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deployment,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setting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hosting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environment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195580" indent="-182880">
              <a:lnSpc>
                <a:spcPct val="100000"/>
              </a:lnSpc>
              <a:spcBef>
                <a:spcPts val="735"/>
              </a:spcBef>
              <a:buFont typeface="Courier New"/>
              <a:buChar char="•"/>
              <a:tabLst>
                <a:tab pos="195580" algn="l"/>
              </a:tabLst>
            </a:pPr>
            <a:r>
              <a:rPr dirty="0" sz="1200">
                <a:latin typeface="Times New Roman"/>
                <a:cs typeface="Times New Roman"/>
              </a:rPr>
              <a:t>Deploy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platform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staging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environment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  <a:p>
            <a:pPr marL="186055" indent="-173355">
              <a:lnSpc>
                <a:spcPct val="100000"/>
              </a:lnSpc>
              <a:spcBef>
                <a:spcPts val="730"/>
              </a:spcBef>
              <a:buChar char="•"/>
              <a:tabLst>
                <a:tab pos="186055" algn="l"/>
              </a:tabLst>
            </a:pPr>
            <a:r>
              <a:rPr dirty="0" sz="1200">
                <a:latin typeface="Times New Roman"/>
                <a:cs typeface="Times New Roman"/>
              </a:rPr>
              <a:t>Address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issues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prepare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final</a:t>
            </a:r>
            <a:r>
              <a:rPr dirty="0" sz="1200" spc="-10">
                <a:latin typeface="Times New Roman"/>
                <a:cs typeface="Times New Roman"/>
              </a:rPr>
              <a:t> deployment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09192" y="3234562"/>
          <a:ext cx="5414645" cy="4647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635"/>
                <a:gridCol w="797560"/>
                <a:gridCol w="972819"/>
                <a:gridCol w="803275"/>
                <a:gridCol w="800735"/>
                <a:gridCol w="815339"/>
              </a:tblGrid>
              <a:tr h="805815"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Phases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March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15900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March/April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ts val="125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April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1018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May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May/June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planning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preparation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Prototyping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Development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Phase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Development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phase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Debugging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Finalization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Deployment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6492" y="982725"/>
            <a:ext cx="4654550" cy="760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1539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CHAPTER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5</a:t>
            </a:r>
            <a:r>
              <a:rPr dirty="0" sz="1600" b="1">
                <a:latin typeface="Courier New"/>
                <a:cs typeface="Courier New"/>
              </a:rPr>
              <a:t>:</a:t>
            </a:r>
            <a:r>
              <a:rPr dirty="0" sz="1600" spc="-25" b="1">
                <a:latin typeface="Courier New"/>
                <a:cs typeface="Courier New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SYSTEM</a:t>
            </a:r>
            <a:r>
              <a:rPr dirty="0" sz="1600" spc="-10" b="1">
                <a:latin typeface="Times New Roman"/>
                <a:cs typeface="Times New Roman"/>
              </a:rPr>
              <a:t> MODELING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5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b="1">
                <a:latin typeface="Times New Roman"/>
                <a:cs typeface="Times New Roman"/>
              </a:rPr>
              <a:t>1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spc="10" b="1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ER</a:t>
            </a:r>
            <a:r>
              <a:rPr dirty="0" sz="1400" spc="-10" b="1">
                <a:latin typeface="Courier New"/>
                <a:cs typeface="Courier New"/>
              </a:rPr>
              <a:t>-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5623" y="8070341"/>
            <a:ext cx="17697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Figure</a:t>
            </a:r>
            <a:r>
              <a:rPr dirty="0" sz="1400">
                <a:latin typeface="Courier New"/>
                <a:cs typeface="Courier New"/>
              </a:rPr>
              <a:t>: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ER</a:t>
            </a:r>
            <a:r>
              <a:rPr dirty="0" sz="1400" spc="-10">
                <a:latin typeface="Courier New"/>
                <a:cs typeface="Courier New"/>
              </a:rPr>
              <a:t>-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380" y="2461386"/>
            <a:ext cx="5765165" cy="4912106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6492" y="984249"/>
            <a:ext cx="195198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5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b="1">
                <a:latin typeface="Times New Roman"/>
                <a:cs typeface="Times New Roman"/>
              </a:rPr>
              <a:t>2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spc="-30" b="1">
                <a:latin typeface="Courier New"/>
                <a:cs typeface="Courier New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Sequence</a:t>
            </a:r>
            <a:r>
              <a:rPr dirty="0" sz="1400" spc="-10" b="1">
                <a:latin typeface="Times New Roman"/>
                <a:cs typeface="Times New Roman"/>
              </a:rPr>
              <a:t> 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82822" y="9074657"/>
            <a:ext cx="2170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Figure</a:t>
            </a:r>
            <a:r>
              <a:rPr dirty="0" sz="1400">
                <a:latin typeface="Courier New"/>
                <a:cs typeface="Courier New"/>
              </a:rPr>
              <a:t>: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Sequence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912" y="1952415"/>
            <a:ext cx="5729655" cy="640605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6492" y="984249"/>
            <a:ext cx="19259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5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b="1">
                <a:latin typeface="Times New Roman"/>
                <a:cs typeface="Times New Roman"/>
              </a:rPr>
              <a:t>3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spc="-40" b="1">
                <a:latin typeface="Courier New"/>
                <a:cs typeface="Courier New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10" b="1">
                <a:latin typeface="Times New Roman"/>
                <a:cs typeface="Times New Roman"/>
              </a:rPr>
              <a:t> 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53054" y="7978901"/>
            <a:ext cx="21456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Figure</a:t>
            </a:r>
            <a:r>
              <a:rPr dirty="0" sz="1400">
                <a:latin typeface="Courier New"/>
                <a:cs typeface="Courier New"/>
              </a:rPr>
              <a:t>: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380" y="2248153"/>
            <a:ext cx="5816600" cy="503593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6492" y="984249"/>
            <a:ext cx="4245610" cy="1118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511175" indent="-49847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511175" algn="l"/>
              </a:tabLst>
            </a:pPr>
            <a:r>
              <a:rPr dirty="0" sz="1400" b="1">
                <a:latin typeface="Times New Roman"/>
                <a:cs typeface="Times New Roman"/>
              </a:rPr>
              <a:t>Database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Design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65"/>
              </a:spcBef>
              <a:buFont typeface="Times New Roman"/>
              <a:buAutoNum type="arabicPeriod" startAt="4"/>
            </a:pPr>
            <a:endParaRPr sz="1400">
              <a:latin typeface="Times New Roman"/>
              <a:cs typeface="Times New Roman"/>
            </a:endParaRPr>
          </a:p>
          <a:p>
            <a:pPr lvl="2" marL="605790" indent="-593090">
              <a:lnSpc>
                <a:spcPct val="100000"/>
              </a:lnSpc>
              <a:buAutoNum type="arabicPeriod"/>
              <a:tabLst>
                <a:tab pos="605790" algn="l"/>
              </a:tabLst>
            </a:pP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Attendance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Times New Roman"/>
              <a:cs typeface="Times New Roman"/>
            </a:endParaRPr>
          </a:p>
          <a:p>
            <a:pPr marL="1624965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Times New Roman"/>
                <a:cs typeface="Times New Roman"/>
              </a:rPr>
              <a:t>Table1</a:t>
            </a:r>
            <a:r>
              <a:rPr dirty="0" sz="1200" spc="-10">
                <a:latin typeface="Courier New"/>
                <a:cs typeface="Courier New"/>
              </a:rPr>
              <a:t>:</a:t>
            </a:r>
            <a:r>
              <a:rPr dirty="0" sz="1200" spc="-400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10" b="1">
                <a:latin typeface="Times New Roman"/>
                <a:cs typeface="Times New Roman"/>
              </a:rPr>
              <a:t> Attendance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6492" y="4843398"/>
            <a:ext cx="4070985" cy="64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5</a:t>
            </a:r>
            <a:r>
              <a:rPr dirty="0" sz="1200" spc="-10" b="1">
                <a:latin typeface="Courier New"/>
                <a:cs typeface="Courier New"/>
              </a:rPr>
              <a:t>.</a:t>
            </a:r>
            <a:r>
              <a:rPr dirty="0" sz="1200" spc="-10" b="1">
                <a:latin typeface="Times New Roman"/>
                <a:cs typeface="Times New Roman"/>
              </a:rPr>
              <a:t>4</a:t>
            </a:r>
            <a:r>
              <a:rPr dirty="0" sz="1200" spc="-10" b="1">
                <a:latin typeface="Courier New"/>
                <a:cs typeface="Courier New"/>
              </a:rPr>
              <a:t>.</a:t>
            </a:r>
            <a:r>
              <a:rPr dirty="0" sz="1200" spc="-10" b="1">
                <a:latin typeface="Times New Roman"/>
                <a:cs typeface="Times New Roman"/>
              </a:rPr>
              <a:t>2</a:t>
            </a:r>
            <a:r>
              <a:rPr dirty="0" sz="1200" spc="-10" b="1">
                <a:latin typeface="Courier New"/>
                <a:cs typeface="Courier New"/>
              </a:rPr>
              <a:t>.</a:t>
            </a:r>
            <a:r>
              <a:rPr dirty="0" sz="1200" spc="-425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class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Times New Roman"/>
              <a:cs typeface="Times New Roman"/>
            </a:endParaRPr>
          </a:p>
          <a:p>
            <a:pPr marL="1800225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2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class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6492" y="7115936"/>
            <a:ext cx="4223385" cy="641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5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b="1">
                <a:latin typeface="Times New Roman"/>
                <a:cs typeface="Times New Roman"/>
              </a:rPr>
              <a:t>4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b="1">
                <a:latin typeface="Times New Roman"/>
                <a:cs typeface="Times New Roman"/>
              </a:rPr>
              <a:t>3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spc="-50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Course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2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3</a:t>
            </a:r>
            <a:r>
              <a:rPr dirty="0" sz="1200" spc="-10">
                <a:latin typeface="Courier New"/>
                <a:cs typeface="Courier New"/>
              </a:rPr>
              <a:t>:</a:t>
            </a:r>
            <a:r>
              <a:rPr dirty="0" sz="1200" spc="-400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Course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955" y="2338577"/>
            <a:ext cx="4962525" cy="21560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380" y="5720079"/>
            <a:ext cx="4983108" cy="104241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380" y="7993379"/>
            <a:ext cx="4975761" cy="874031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6492" y="987297"/>
            <a:ext cx="4340225" cy="64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5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b="1">
                <a:latin typeface="Times New Roman"/>
                <a:cs typeface="Times New Roman"/>
              </a:rPr>
              <a:t>4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b="1">
                <a:latin typeface="Times New Roman"/>
                <a:cs typeface="Times New Roman"/>
              </a:rPr>
              <a:t>4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spc="-50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Teacher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4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Teacher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6492" y="3340734"/>
            <a:ext cx="4377055" cy="64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5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b="1">
                <a:latin typeface="Times New Roman"/>
                <a:cs typeface="Times New Roman"/>
              </a:rPr>
              <a:t>4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b="1">
                <a:latin typeface="Times New Roman"/>
                <a:cs typeface="Times New Roman"/>
              </a:rPr>
              <a:t>5</a:t>
            </a:r>
            <a:r>
              <a:rPr dirty="0" sz="1200" b="1">
                <a:latin typeface="Courier New"/>
                <a:cs typeface="Courier New"/>
              </a:rPr>
              <a:t>.</a:t>
            </a:r>
            <a:r>
              <a:rPr dirty="0" sz="1200" spc="-50" b="1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Student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5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Table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Students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380" y="1864486"/>
            <a:ext cx="5067300" cy="120322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380" y="4218431"/>
            <a:ext cx="5093526" cy="1269738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2409570" y="982725"/>
            <a:ext cx="2388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CHAPTER</a:t>
            </a:r>
            <a:r>
              <a:rPr dirty="0" sz="1600" spc="65" b="1">
                <a:latin typeface="Times New Roman"/>
                <a:cs typeface="Times New Roman"/>
              </a:rPr>
              <a:t>  </a:t>
            </a:r>
            <a:r>
              <a:rPr dirty="0" sz="1600" b="1">
                <a:latin typeface="Times New Roman"/>
                <a:cs typeface="Times New Roman"/>
              </a:rPr>
              <a:t>6</a:t>
            </a:r>
            <a:r>
              <a:rPr dirty="0" sz="1600" b="1">
                <a:latin typeface="Courier New"/>
                <a:cs typeface="Courier New"/>
              </a:rPr>
              <a:t>:</a:t>
            </a:r>
            <a:r>
              <a:rPr dirty="0" sz="1600" spc="-25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TESTING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6492" y="1962657"/>
            <a:ext cx="2310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6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b="1">
                <a:latin typeface="Times New Roman"/>
                <a:cs typeface="Times New Roman"/>
              </a:rPr>
              <a:t>1</a:t>
            </a:r>
            <a:r>
              <a:rPr dirty="0" sz="1400" b="1">
                <a:latin typeface="Courier New"/>
                <a:cs typeface="Courier New"/>
              </a:rPr>
              <a:t>.</a:t>
            </a:r>
            <a:r>
              <a:rPr dirty="0" sz="1400" spc="-55" b="1">
                <a:latin typeface="Courier New"/>
                <a:cs typeface="Courier New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Test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Cases</a:t>
            </a:r>
            <a:r>
              <a:rPr dirty="0" sz="1400" spc="4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4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Result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54123" y="8771381"/>
            <a:ext cx="2792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Table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-5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activities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result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90320" y="2847085"/>
          <a:ext cx="6115685" cy="551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/>
                <a:gridCol w="2397760"/>
                <a:gridCol w="1656714"/>
                <a:gridCol w="1577339"/>
              </a:tblGrid>
              <a:tr h="458470">
                <a:tc>
                  <a:txBody>
                    <a:bodyPr/>
                    <a:lstStyle/>
                    <a:p>
                      <a:pPr marL="71120">
                        <a:lnSpc>
                          <a:spcPts val="1545"/>
                        </a:lnSpc>
                      </a:pP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300" spc="-25"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00" spc="-25">
                          <a:latin typeface="Times New Roman"/>
                          <a:cs typeface="Times New Roman"/>
                        </a:rPr>
                        <a:t>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85"/>
                        </a:lnSpc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dirty="0" sz="1300" spc="4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Cases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85"/>
                        </a:lnSpc>
                      </a:pP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Expectation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85"/>
                        </a:lnSpc>
                      </a:pP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Obtained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3895">
                <a:tc>
                  <a:txBody>
                    <a:bodyPr/>
                    <a:lstStyle/>
                    <a:p>
                      <a:pPr marL="71120">
                        <a:lnSpc>
                          <a:spcPts val="143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00" spc="-25">
                          <a:latin typeface="Courier New"/>
                          <a:cs typeface="Courier New"/>
                        </a:rPr>
                        <a:t>.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successful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Login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for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Students,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Teacher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Administrator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successfully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logged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in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successfully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3895">
                <a:tc>
                  <a:txBody>
                    <a:bodyPr/>
                    <a:lstStyle/>
                    <a:p>
                      <a:pPr marL="71120">
                        <a:lnSpc>
                          <a:spcPts val="143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00" spc="-25">
                          <a:latin typeface="Courier New"/>
                          <a:cs typeface="Courier New"/>
                        </a:rPr>
                        <a:t>.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Taking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different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courses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be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marked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courses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recorded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for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courses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marL="71120">
                        <a:lnSpc>
                          <a:spcPts val="143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-25">
                          <a:latin typeface="Courier New"/>
                          <a:cs typeface="Courier New"/>
                        </a:rPr>
                        <a:t>.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3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3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verify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sz="1200" spc="-1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of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status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status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marR="311785">
                        <a:lnSpc>
                          <a:spcPts val="2080"/>
                        </a:lnSpc>
                        <a:spcBef>
                          <a:spcPts val="16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updates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immediately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marking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status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updated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time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97865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00" spc="-25">
                          <a:latin typeface="Courier New"/>
                          <a:cs typeface="Courier New"/>
                        </a:rPr>
                        <a:t>.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7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10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verify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absent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students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send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200" spc="-2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mail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notification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7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Students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receive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email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7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sent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students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attendance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7419">
                <a:tc>
                  <a:txBody>
                    <a:bodyPr/>
                    <a:lstStyle/>
                    <a:p>
                      <a:pPr marL="71120">
                        <a:lnSpc>
                          <a:spcPts val="143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1200" spc="-25">
                          <a:latin typeface="Courier New"/>
                          <a:cs typeface="Courier New"/>
                        </a:rPr>
                        <a:t>.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verify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attendance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reports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period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Attendance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Report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be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downloaded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Report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&amp;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marR="751205">
                        <a:lnSpc>
                          <a:spcPct val="143300"/>
                        </a:lnSpc>
                        <a:spcBef>
                          <a:spcPts val="1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downloaded successfully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8550">
                <a:tc>
                  <a:txBody>
                    <a:bodyPr/>
                    <a:lstStyle/>
                    <a:p>
                      <a:pPr marL="71120">
                        <a:lnSpc>
                          <a:spcPts val="143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1200" spc="-25">
                          <a:latin typeface="Courier New"/>
                          <a:cs typeface="Courier New"/>
                        </a:rPr>
                        <a:t>.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admin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of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courses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Admin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marR="123825">
                        <a:lnSpc>
                          <a:spcPts val="2080"/>
                        </a:lnSpc>
                        <a:spcBef>
                          <a:spcPts val="16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students,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teacher,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courses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courses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managed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successfully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3816730" y="9909758"/>
            <a:ext cx="2324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 spc="-25">
                <a:latin typeface="Calibri"/>
                <a:cs typeface="Calibri"/>
              </a:rPr>
              <a:t>22</a:t>
            </a:fld>
            <a:endParaRPr sz="1100">
              <a:latin typeface="Calibri"/>
              <a:cs typeface="Calibri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2204973" y="982725"/>
            <a:ext cx="27914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CHAPTER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7</a:t>
            </a:r>
            <a:r>
              <a:rPr dirty="0" sz="1600" b="1">
                <a:latin typeface="Courier New"/>
                <a:cs typeface="Courier New"/>
              </a:rPr>
              <a:t>: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CONCLUSION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6492" y="1788921"/>
            <a:ext cx="5210810" cy="2674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511175" indent="-4984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11175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 lvl="2" marL="469265" marR="6350" indent="-228600">
              <a:lnSpc>
                <a:spcPct val="148300"/>
              </a:lnSpc>
              <a:spcBef>
                <a:spcPts val="144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addresses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inefficiencies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inaccuracies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in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methods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lvl="2" marL="469265" indent="-227965">
              <a:lnSpc>
                <a:spcPct val="100000"/>
              </a:lnSpc>
              <a:spcBef>
                <a:spcPts val="81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Agile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methodology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ensures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flexibility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continuous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improvement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lvl="2" marL="469265" indent="-227965">
              <a:lnSpc>
                <a:spcPct val="100000"/>
              </a:lnSpc>
              <a:spcBef>
                <a:spcPts val="81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Automating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attendance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reduces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administrative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effort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lvl="2" marL="469265" marR="5080" indent="-228600">
              <a:lnSpc>
                <a:spcPct val="150800"/>
              </a:lnSpc>
              <a:spcBef>
                <a:spcPts val="9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Real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communication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monitoring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transparency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lvl="2" marL="469265" marR="8890" indent="-228600">
              <a:lnSpc>
                <a:spcPct val="148300"/>
              </a:lnSpc>
              <a:spcBef>
                <a:spcPts val="250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Despite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limitations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internet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dependency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initial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costs,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system's </a:t>
            </a:r>
            <a:r>
              <a:rPr dirty="0" sz="1200">
                <a:latin typeface="Times New Roman"/>
                <a:cs typeface="Times New Roman"/>
              </a:rPr>
              <a:t>benefits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valuable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educational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institutions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/>
          <p:nvPr/>
        </p:nvSpPr>
        <p:spPr>
          <a:xfrm>
            <a:off x="3816730" y="9909758"/>
            <a:ext cx="2324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 spc="-25">
                <a:latin typeface="Calibri"/>
                <a:cs typeface="Calibri"/>
              </a:rPr>
              <a:t>22</a:t>
            </a:fld>
            <a:endParaRPr sz="1100">
              <a:latin typeface="Calibri"/>
              <a:cs typeface="Calibri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3285871" y="982725"/>
            <a:ext cx="1276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REFERENCE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25092" y="1904746"/>
            <a:ext cx="4984115" cy="167957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AutoNum type="alphaUcPeriod"/>
              <a:tabLst>
                <a:tab pos="240665" algn="l"/>
              </a:tabLst>
            </a:pPr>
            <a:r>
              <a:rPr dirty="0" sz="1200" spc="-20">
                <a:latin typeface="Times New Roman"/>
                <a:cs typeface="Times New Roman"/>
              </a:rPr>
              <a:t>Welling,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</a:t>
            </a:r>
            <a:r>
              <a:rPr dirty="0" sz="1200" spc="-10">
                <a:latin typeface="Courier New"/>
                <a:cs typeface="Courier New"/>
              </a:rPr>
              <a:t>.</a:t>
            </a:r>
            <a:r>
              <a:rPr dirty="0" sz="1200" spc="-10">
                <a:latin typeface="Times New Roman"/>
                <a:cs typeface="Times New Roman"/>
              </a:rPr>
              <a:t>,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&amp;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Thomson,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120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(</a:t>
            </a:r>
            <a:r>
              <a:rPr dirty="0" sz="1200">
                <a:latin typeface="Times New Roman"/>
                <a:cs typeface="Times New Roman"/>
              </a:rPr>
              <a:t>2009</a:t>
            </a:r>
            <a:r>
              <a:rPr dirty="0" sz="1200">
                <a:latin typeface="Courier New"/>
                <a:cs typeface="Courier New"/>
              </a:rPr>
              <a:t>).</a:t>
            </a:r>
            <a:r>
              <a:rPr dirty="0" sz="1200" spc="-125">
                <a:latin typeface="Courier New"/>
                <a:cs typeface="Courier New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PHP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MySQL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Web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Development</a:t>
            </a:r>
            <a:endParaRPr sz="12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730"/>
              </a:spcBef>
            </a:pPr>
            <a:r>
              <a:rPr dirty="0" sz="1200">
                <a:latin typeface="Courier New"/>
                <a:cs typeface="Courier New"/>
              </a:rPr>
              <a:t>(</a:t>
            </a:r>
            <a:r>
              <a:rPr dirty="0" sz="1200">
                <a:latin typeface="Times New Roman"/>
                <a:cs typeface="Times New Roman"/>
              </a:rPr>
              <a:t>4th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</a:t>
            </a:r>
            <a:r>
              <a:rPr dirty="0" sz="1200">
                <a:latin typeface="Courier New"/>
                <a:cs typeface="Courier New"/>
              </a:rPr>
              <a:t>.).</a:t>
            </a:r>
            <a:r>
              <a:rPr dirty="0" sz="1200" spc="-10">
                <a:latin typeface="Courier New"/>
                <a:cs typeface="Courier New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Addison</a:t>
            </a:r>
            <a:r>
              <a:rPr dirty="0" sz="1200" spc="-10">
                <a:latin typeface="Courier New"/>
                <a:cs typeface="Courier New"/>
              </a:rPr>
              <a:t>-</a:t>
            </a:r>
            <a:r>
              <a:rPr dirty="0" sz="1200" spc="-20">
                <a:latin typeface="Times New Roman"/>
                <a:cs typeface="Times New Roman"/>
              </a:rPr>
              <a:t>Wesley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Professional</a:t>
            </a:r>
            <a:r>
              <a:rPr dirty="0" sz="1200" spc="-10">
                <a:latin typeface="Courier New"/>
                <a:cs typeface="Courier New"/>
              </a:rPr>
              <a:t>.</a:t>
            </a:r>
            <a:endParaRPr sz="1200">
              <a:latin typeface="Courier New"/>
              <a:cs typeface="Courier New"/>
            </a:endParaRPr>
          </a:p>
          <a:p>
            <a:pPr marL="240665" marR="5080" indent="-228600">
              <a:lnSpc>
                <a:spcPts val="2170"/>
              </a:lnSpc>
              <a:spcBef>
                <a:spcPts val="185"/>
              </a:spcBef>
              <a:buAutoNum type="alphaUcPeriod" startAt="2"/>
              <a:tabLst>
                <a:tab pos="240665" algn="l"/>
                <a:tab pos="278765" algn="l"/>
              </a:tabLst>
            </a:pPr>
            <a:r>
              <a:rPr dirty="0" sz="1200">
                <a:latin typeface="Times New Roman"/>
                <a:cs typeface="Times New Roman"/>
              </a:rPr>
              <a:t>	PHP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Hypertext Preprocessor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25">
                <a:latin typeface="Courier New"/>
                <a:cs typeface="Courier New"/>
              </a:rPr>
              <a:t> </a:t>
            </a:r>
            <a:r>
              <a:rPr dirty="0" sz="1200">
                <a:latin typeface="Courier New"/>
                <a:cs typeface="Courier New"/>
              </a:rPr>
              <a:t>(</a:t>
            </a:r>
            <a:r>
              <a:rPr dirty="0" sz="1200">
                <a:latin typeface="Times New Roman"/>
                <a:cs typeface="Times New Roman"/>
              </a:rPr>
              <a:t>n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>
                <a:latin typeface="Courier New"/>
                <a:cs typeface="Courier New"/>
              </a:rPr>
              <a:t>.).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PHP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>
                <a:latin typeface="Courier New"/>
                <a:cs typeface="Courier New"/>
              </a:rPr>
              <a:t>.</a:t>
            </a:r>
            <a:r>
              <a:rPr dirty="0" sz="1200" spc="-20">
                <a:latin typeface="Courier New"/>
                <a:cs typeface="Courier New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Retrieved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from 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https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2"/>
              </a:rPr>
              <a:t>://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www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2"/>
              </a:rPr>
              <a:t>.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php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2"/>
              </a:rPr>
              <a:t>.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net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2"/>
              </a:rPr>
              <a:t>/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manual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2"/>
              </a:rPr>
              <a:t>/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en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2"/>
              </a:rPr>
              <a:t>/</a:t>
            </a:r>
            <a:endParaRPr sz="1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AutoNum type="alphaUcPeriod" startAt="2"/>
              <a:tabLst>
                <a:tab pos="240665" algn="l"/>
                <a:tab pos="1193800" algn="l"/>
                <a:tab pos="2668905" algn="l"/>
                <a:tab pos="3721100" algn="l"/>
                <a:tab pos="4673600" algn="l"/>
              </a:tabLst>
            </a:pPr>
            <a:r>
              <a:rPr dirty="0" sz="1200" spc="-10">
                <a:latin typeface="Times New Roman"/>
                <a:cs typeface="Times New Roman"/>
              </a:rPr>
              <a:t>Bootstrap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Times New Roman"/>
                <a:cs typeface="Times New Roman"/>
              </a:rPr>
              <a:t>Documentation</a:t>
            </a:r>
            <a:r>
              <a:rPr dirty="0" sz="1200" spc="-10">
                <a:latin typeface="Courier New"/>
                <a:cs typeface="Courier New"/>
              </a:rPr>
              <a:t>.</a:t>
            </a:r>
            <a:r>
              <a:rPr dirty="0" sz="1200">
                <a:latin typeface="Courier New"/>
                <a:cs typeface="Courier New"/>
              </a:rPr>
              <a:t>	</a:t>
            </a:r>
            <a:r>
              <a:rPr dirty="0" sz="1200" spc="-10">
                <a:latin typeface="Courier New"/>
                <a:cs typeface="Courier New"/>
              </a:rPr>
              <a:t>(</a:t>
            </a:r>
            <a:r>
              <a:rPr dirty="0" sz="1200" spc="-10">
                <a:latin typeface="Times New Roman"/>
                <a:cs typeface="Times New Roman"/>
              </a:rPr>
              <a:t>n</a:t>
            </a:r>
            <a:r>
              <a:rPr dirty="0" sz="1200" spc="-10">
                <a:latin typeface="Courier New"/>
                <a:cs typeface="Courier New"/>
              </a:rPr>
              <a:t>.</a:t>
            </a:r>
            <a:r>
              <a:rPr dirty="0" sz="1200" spc="-10">
                <a:latin typeface="Times New Roman"/>
                <a:cs typeface="Times New Roman"/>
              </a:rPr>
              <a:t>d</a:t>
            </a:r>
            <a:r>
              <a:rPr dirty="0" sz="1200" spc="-10">
                <a:latin typeface="Courier New"/>
                <a:cs typeface="Courier New"/>
              </a:rPr>
              <a:t>.).</a:t>
            </a:r>
            <a:r>
              <a:rPr dirty="0" sz="1200">
                <a:latin typeface="Courier New"/>
                <a:cs typeface="Courier New"/>
              </a:rPr>
              <a:t>	</a:t>
            </a:r>
            <a:r>
              <a:rPr dirty="0" sz="1200" spc="-10">
                <a:latin typeface="Times New Roman"/>
                <a:cs typeface="Times New Roman"/>
              </a:rPr>
              <a:t>Retrieved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20">
                <a:latin typeface="Times New Roman"/>
                <a:cs typeface="Times New Roman"/>
              </a:rPr>
              <a:t>from</a:t>
            </a:r>
            <a:endParaRPr sz="12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735"/>
              </a:spcBef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3"/>
              </a:rPr>
              <a:t>://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getbootstrap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3"/>
              </a:rPr>
              <a:t>.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com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3"/>
              </a:rPr>
              <a:t>/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docs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3"/>
              </a:rPr>
              <a:t>/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25092" y="3558666"/>
            <a:ext cx="3304540" cy="85344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  <a:tabLst>
                <a:tab pos="1066800" algn="l"/>
                <a:tab pos="2585085" algn="l"/>
              </a:tabLst>
            </a:pPr>
            <a:r>
              <a:rPr dirty="0" sz="1200">
                <a:latin typeface="Times New Roman"/>
                <a:cs typeface="Times New Roman"/>
              </a:rPr>
              <a:t>D.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jQuery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Times New Roman"/>
                <a:cs typeface="Times New Roman"/>
              </a:rPr>
              <a:t>Documentation</a:t>
            </a:r>
            <a:r>
              <a:rPr dirty="0" sz="1200" spc="-10">
                <a:latin typeface="Courier New"/>
                <a:cs typeface="Courier New"/>
              </a:rPr>
              <a:t>.</a:t>
            </a:r>
            <a:r>
              <a:rPr dirty="0" sz="1200">
                <a:latin typeface="Courier New"/>
                <a:cs typeface="Courier New"/>
              </a:rPr>
              <a:t>	</a:t>
            </a:r>
            <a:r>
              <a:rPr dirty="0" sz="1200" spc="-10">
                <a:latin typeface="Courier New"/>
                <a:cs typeface="Courier New"/>
              </a:rPr>
              <a:t>(</a:t>
            </a:r>
            <a:r>
              <a:rPr dirty="0" sz="1200" spc="-10">
                <a:latin typeface="Times New Roman"/>
                <a:cs typeface="Times New Roman"/>
              </a:rPr>
              <a:t>n</a:t>
            </a:r>
            <a:r>
              <a:rPr dirty="0" sz="1200" spc="-10">
                <a:latin typeface="Courier New"/>
                <a:cs typeface="Courier New"/>
              </a:rPr>
              <a:t>.</a:t>
            </a:r>
            <a:r>
              <a:rPr dirty="0" sz="1200" spc="-10">
                <a:latin typeface="Times New Roman"/>
                <a:cs typeface="Times New Roman"/>
              </a:rPr>
              <a:t>d</a:t>
            </a:r>
            <a:r>
              <a:rPr dirty="0" sz="1200" spc="-10">
                <a:latin typeface="Courier New"/>
                <a:cs typeface="Courier New"/>
              </a:rPr>
              <a:t>.).</a:t>
            </a:r>
            <a:endParaRPr sz="12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  <a:spcBef>
                <a:spcPts val="735"/>
              </a:spcBef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4"/>
              </a:rPr>
              <a:t>://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api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4"/>
              </a:rPr>
              <a:t>.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jquery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4"/>
              </a:rPr>
              <a:t>.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com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4"/>
              </a:rPr>
              <a:t>/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>
                <a:latin typeface="Times New Roman"/>
                <a:cs typeface="Times New Roman"/>
              </a:rPr>
              <a:t>E.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sz="1200" spc="-20">
                <a:latin typeface="Times New Roman"/>
                <a:cs typeface="Times New Roman"/>
              </a:rPr>
              <a:t>StackOverflow,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https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5"/>
              </a:rPr>
              <a:t>://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stackoverflow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5"/>
              </a:rPr>
              <a:t>.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com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urier New"/>
                <a:cs typeface="Courier New"/>
                <a:hlinkClick r:id="rId5"/>
              </a:rPr>
              <a:t>/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90896" y="3651630"/>
            <a:ext cx="13182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7744" algn="l"/>
              </a:tabLst>
            </a:pPr>
            <a:r>
              <a:rPr dirty="0" sz="1200" spc="-10">
                <a:latin typeface="Times New Roman"/>
                <a:cs typeface="Times New Roman"/>
              </a:rPr>
              <a:t>Retrieved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20">
                <a:latin typeface="Times New Roman"/>
                <a:cs typeface="Times New Roman"/>
              </a:rPr>
              <a:t>from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5092" y="982725"/>
            <a:ext cx="3238500" cy="742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APPENDIX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A.</a:t>
            </a:r>
            <a:r>
              <a:rPr dirty="0" sz="1400" spc="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Screenshot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login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page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81426" y="5004942"/>
            <a:ext cx="774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Appendix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25" b="1">
                <a:latin typeface="Calibri"/>
                <a:cs typeface="Calibri"/>
              </a:rPr>
              <a:t>1</a:t>
            </a:r>
            <a:r>
              <a:rPr dirty="0" sz="1200" spc="-25">
                <a:latin typeface="Courier New"/>
                <a:cs typeface="Courier New"/>
              </a:rPr>
              <a:t>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21151" y="5017134"/>
            <a:ext cx="14503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Calibri"/>
                <a:cs typeface="Calibri"/>
              </a:rPr>
              <a:t>Screenshot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login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page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25092" y="5832728"/>
            <a:ext cx="27311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B.</a:t>
            </a:r>
            <a:r>
              <a:rPr dirty="0" sz="1400" spc="1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Screenshot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Student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login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page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587879" y="8957309"/>
            <a:ext cx="2677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Appendix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100" b="1">
                <a:latin typeface="Calibri"/>
                <a:cs typeface="Calibri"/>
              </a:rPr>
              <a:t>Screenshot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Student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login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page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380" y="1970531"/>
            <a:ext cx="5913120" cy="280720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380" y="6317106"/>
            <a:ext cx="5913120" cy="256032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816730" y="9909758"/>
            <a:ext cx="2324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 spc="-25">
                <a:latin typeface="Calibri"/>
                <a:cs typeface="Calibri"/>
              </a:rPr>
              <a:t>22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5092" y="982725"/>
            <a:ext cx="25882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C.</a:t>
            </a:r>
            <a:r>
              <a:rPr dirty="0" sz="1400" spc="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Screenshot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Take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Attendance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72639" y="5186298"/>
            <a:ext cx="27044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Appendix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3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100" b="1">
                <a:latin typeface="Calibri"/>
                <a:cs typeface="Calibri"/>
              </a:rPr>
              <a:t>Screenshot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2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Take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Attendance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25092" y="6064376"/>
            <a:ext cx="27158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D.</a:t>
            </a:r>
            <a:r>
              <a:rPr dirty="0" sz="1400" spc="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Screenshot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Admin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Dashboard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07691" y="9391598"/>
            <a:ext cx="2635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Appendix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100" b="1">
                <a:latin typeface="Calibri"/>
                <a:cs typeface="Calibri"/>
              </a:rPr>
              <a:t>Screenshot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Admin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Dashboard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380" y="1774062"/>
            <a:ext cx="5911850" cy="318490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6550152"/>
            <a:ext cx="5782945" cy="275767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816730" y="9909758"/>
            <a:ext cx="2324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 spc="-25">
                <a:latin typeface="Calibri"/>
                <a:cs typeface="Calibri"/>
              </a:rPr>
              <a:t>22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5092" y="982725"/>
            <a:ext cx="2795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E.</a:t>
            </a:r>
            <a:r>
              <a:rPr dirty="0" sz="1400" spc="114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Screenshot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Student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Dashboard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04058" y="5145150"/>
            <a:ext cx="2843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Appendix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5</a:t>
            </a:r>
            <a:r>
              <a:rPr dirty="0" sz="1200">
                <a:latin typeface="Courier New"/>
                <a:cs typeface="Courier New"/>
              </a:rPr>
              <a:t>:</a:t>
            </a:r>
            <a:r>
              <a:rPr dirty="0" sz="1200" spc="-45">
                <a:latin typeface="Courier New"/>
                <a:cs typeface="Courier New"/>
              </a:rPr>
              <a:t> </a:t>
            </a:r>
            <a:r>
              <a:rPr dirty="0" sz="1100" b="1">
                <a:latin typeface="Calibri"/>
                <a:cs typeface="Calibri"/>
              </a:rPr>
              <a:t>Screenshot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2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Student</a:t>
            </a:r>
            <a:r>
              <a:rPr dirty="0" sz="1100" spc="-10" b="1">
                <a:latin typeface="Calibri"/>
                <a:cs typeface="Calibri"/>
              </a:rPr>
              <a:t> Dashboard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380" y="1774062"/>
            <a:ext cx="5965190" cy="313918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16730" y="9909758"/>
            <a:ext cx="2324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 spc="-25">
                <a:latin typeface="Calibri"/>
                <a:cs typeface="Calibri"/>
              </a:rPr>
              <a:t>22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 3501</dc:creator>
  <dcterms:created xsi:type="dcterms:W3CDTF">2025-06-08T11:27:24Z</dcterms:created>
  <dcterms:modified xsi:type="dcterms:W3CDTF">2025-06-08T11:27:24Z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2024-07-21T00:00:00Z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2025-06-08T00:00:00Z</vt:filetime>
  </property>
  <property fmtid="{D5CDD505-2E9C-101B-9397-08002B2CF9AE}" pid="5" name="Producer">
    <vt:lpwstr>Microsoft® Word 2016</vt:lpwstr>
  </property>
</Properties>
</file>